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rfi.fr/fr/afrique/20261021-c%C3%B4te-d-ivoire-douze-personnes-inculp%C3%A9es-dans-l-affaire-de-l-assassinat-d-un-gendarme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infodrome.com/societe/126721-daloa-les-commercantes-manifestent-contre-la-hausse-du-prix-du-poisson-le-prefet-appelle-au-calme" TargetMode="Externa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ctucameroun.com/2026/10/21/le-burkina-faso-retablit-la-peine-de-mort-abolie-en-2018/" TargetMode="External"/><Relationship Id="rId2" Type="http://schemas.openxmlformats.org/officeDocument/2006/relationships/hyperlink" Target="https://www.jeuneafrique.com/1854304/politique/le-sentimentalisme-cest-fini-au-burkina-faso-ibrahim-traore-retablit-la-peine-de-mort/" TargetMode="External"/><Relationship Id="rId3" Type="http://schemas.openxmlformats.org/officeDocument/2006/relationships/hyperlink" Target="https://maliactu.net/burkina-faso-la-peine-de-mort-retablie-dans-le-nouveau-code-penal/" TargetMode="External"/><Relationship Id="rId4" Type="http://schemas.openxmlformats.org/officeDocument/2006/relationships/hyperlink" Target="http://fr.africanews.com/2026/10/21/burkina-faso-le-parlement-vote-le-retablissement-de-la-peine-de-mort/" TargetMode="External"/><Relationship Id="rId5" Type="http://schemas.openxmlformats.org/officeDocument/2006/relationships/hyperlink" Target="https://www.rfi.fr/fr/afrique/20261021-burkina-faso-la-junte-au-pouvoir-r%C3%A9tablit-la-peine-de-mort" TargetMode="External"/><Relationship Id="rId6" Type="http://schemas.openxmlformats.org/officeDocument/2006/relationships/image" Target="../media/image-7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uineematin.com/2026/10/20/burkina-faso-la-peine-de-mort-reintroduite-dans-le-code-penal/?utm_source=rss&amp;utm_medium=rss&amp;utm_campaign=burkina-faso-la-peine-de-mort-reintroduite-dans-le-code-penal" TargetMode="External"/><Relationship Id="rId2" Type="http://schemas.openxmlformats.org/officeDocument/2006/relationships/hyperlink" Target="https://burkina24.com/2026/10/21/ouagadougou-la-caravane-graine-de-cohesion-poursuit-son-combat-pour-la-paix/" TargetMode="External"/><Relationship Id="rId3" Type="http://schemas.openxmlformats.org/officeDocument/2006/relationships/hyperlink" Target="https://burkina24.com/2026/10/21/burkina-faso-le-premier-ministre-inaugure-la-rizerie-geante-de-bagre-et-impulse-la-souverainete-alimentaire-dans-le-nakambe/" TargetMode="External"/><Relationship Id="rId4" Type="http://schemas.openxmlformats.org/officeDocument/2006/relationships/hyperlink" Target="https://burkina24.com/2026/10/21/semaine-de-letudiant-au-burkina-faso-la-cooperation-sino-burkinabe-et-la-securite-des-etudiants-au-coeur-de-la-premiere-edition/" TargetMode="External"/><Relationship Id="rId5" Type="http://schemas.openxmlformats.org/officeDocument/2006/relationships/hyperlink" Target="https://gouvernement.gov.bf/actualites/offensive-agropastorale-le-premier-ministre-lance-la-recolte-mecanisee-du-mais-a-bagre/" TargetMode="External"/><Relationship Id="rId6" Type="http://schemas.openxmlformats.org/officeDocument/2006/relationships/image" Target="../media/image-8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heafricareport.com/434067/massacre-in-mali-islamic-state-militants-kill-at-least-48-civilians-in-menaka/" TargetMode="External"/><Relationship Id="rId2" Type="http://schemas.openxmlformats.org/officeDocument/2006/relationships/hyperlink" Target="https://www.jeuneafrique.com/1854056/politique/massacre-au-mali-letat-islamique-sattaque-a-la-communaute-idaksahak-dans-la-region-de-menaka/" TargetMode="External"/><Relationship Id="rId3" Type="http://schemas.openxmlformats.org/officeDocument/2006/relationships/hyperlink" Target="https://fr.saharamedias.net/mali-une-quarantaine-de-civils-tuee-dans-un-camp-dans-la-region-de-menaka/" TargetMode="External"/><Relationship Id="rId4" Type="http://schemas.openxmlformats.org/officeDocument/2006/relationships/hyperlink" Target="https://amap.ml/2026/10/21/operation-dougoukoloko-plusieurs-elements-terroristes-neutralises-dans-la-foret-de-ouagadou/" TargetMode="External"/><Relationship Id="rId5" Type="http://schemas.openxmlformats.org/officeDocument/2006/relationships/hyperlink" Target="https://maliactu.net/justice-a-mopti-sevices-graves-pedophilie-et-trafic-darmes-au-role-du-tribunal-militaire/" TargetMode="External"/><Relationship Id="rId6" Type="http://schemas.openxmlformats.org/officeDocument/2006/relationships/image" Target="../media/image-9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mali24.info/offensive-agropastorale-le-premier-ministre-lance-lamenagement-de-50000-hectares-irrigues/" TargetMode="External"/><Relationship Id="rId2" Type="http://schemas.openxmlformats.org/officeDocument/2006/relationships/hyperlink" Target="https://malijet.com/actualite-politique-au-mali/312439-mali-20-agents-du-cecogec-formes-a-la-securisation-des-com.html" TargetMode="External"/><Relationship Id="rId3" Type="http://schemas.openxmlformats.org/officeDocument/2006/relationships/hyperlink" Target="https://malijet.com/a_la_une_du_mali/312433-mali-un-colloque-international-sur-le-role-du-juge-constit.html" TargetMode="External"/><Relationship Id="rId4" Type="http://schemas.openxmlformats.org/officeDocument/2006/relationships/hyperlink" Target="https://amap.ml/2026/10/20/cesec-la-6%e1%b5%89-mandature-examine-son-bilan-quinquennal/" TargetMode="External"/><Relationship Id="rId5" Type="http://schemas.openxmlformats.org/officeDocument/2006/relationships/hyperlink" Target="https://fr.allafrica.com/stories/202610200592.html" TargetMode="External"/><Relationship Id="rId6" Type="http://schemas.openxmlformats.org/officeDocument/2006/relationships/image" Target="../media/image-1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np.ne/diffa-vnd-nur-des-rives-du-lac-tchad-a-laction-humanitaire-la-resilience-la-paix-et-le-developpement/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hanabusinessnews.com/2026/10/21/governance-by-protest-regulation-by-silence-inside-the-manufactured-water-crisis/" TargetMode="External"/><Relationship Id="rId2" Type="http://schemas.openxmlformats.org/officeDocument/2006/relationships/hyperlink" Target="https://www.myjoyonline.com/obuasi-shts-closure-leaves-final-year-students-facing-uncertainty-ahead-of-wassce/" TargetMode="External"/><Relationship Id="rId3" Type="http://schemas.openxmlformats.org/officeDocument/2006/relationships/hyperlink" Target="https://www.ghanabusinessnews.com/2026/10/21/women-groups-condemn-obuasi-shts-sexual-abuse-scandal/" TargetMode="External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top.tg/kloto-lue-et-le-luxembourg-aux-cotes-du-togo-pour-la-construction-du-siege-de-lonap/" TargetMode="External"/><Relationship Id="rId2" Type="http://schemas.openxmlformats.org/officeDocument/2006/relationships/hyperlink" Target="https://24heureinfo.com/faits-divers/togo-un-violent-incendie-ravage-un-bar-a-tokoin-ramco/" TargetMode="External"/><Relationship Id="rId3" Type="http://schemas.openxmlformats.org/officeDocument/2006/relationships/hyperlink" Target="https://togoactualite.com/togo-entre-deux-sourds-limpasse-togolaise-en-grand-format/" TargetMode="External"/><Relationship Id="rId4" Type="http://schemas.openxmlformats.org/officeDocument/2006/relationships/hyperlink" Target="https://icilome.com/2026/10/recrudescence-des-accidents-de-la-route-un-facteur-important-ignore/" TargetMode="External"/><Relationship Id="rId5" Type="http://schemas.openxmlformats.org/officeDocument/2006/relationships/hyperlink" Target="https://icilome.com/2026/10/togo-les-leaders-du-cncc-invites-a-reporter-leur-meeting/" TargetMode="External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togopresse.tg/systemes-agroalimentaires-le-togo-engage-a-traduire-la-declaration-de-kampala-en-actions-concretes/" TargetMode="External"/><Relationship Id="rId2" Type="http://schemas.openxmlformats.org/officeDocument/2006/relationships/hyperlink" Target="https://lenouveaureporter.com/lome-une-fleche-verte-aux-feux-tricolores-pour-fluidifier-la-circulation-et-securiser-les-carrefours/" TargetMode="External"/><Relationship Id="rId3" Type="http://schemas.openxmlformats.org/officeDocument/2006/relationships/hyperlink" Target="https://fr.allafrica.com/stories/202610200306.html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mali24.info/guinee-la-hac-sattaque-a-la-proliferation-illegale-des-web-tv/" TargetMode="External"/><Relationship Id="rId2" Type="http://schemas.openxmlformats.org/officeDocument/2006/relationships/hyperlink" Target="https://www.guinee7.com/2026/10/21/ibro-diabate-evacue-a-letranger-pour-un-mois-de-soins-pris-en-charge-par-letat/" TargetMode="External"/><Relationship Id="rId3" Type="http://schemas.openxmlformats.org/officeDocument/2006/relationships/hyperlink" Target="https://fr.allafrica.com/stories/202610210274.html" TargetMode="External"/><Relationship Id="rId4" Type="http://schemas.openxmlformats.org/officeDocument/2006/relationships/hyperlink" Target="https://guineematin.com/2026/10/20/lelouma-des-ecoles-fermees-par-manque-denseignants-plus-de-500-eleves-prives-de-scolarite/?utm_source=rss&amp;utm_medium=rss&amp;utm_campaign=lelouma-des-ecoles-fermees-par-manque-denseignants-plus-de-500-eleves-prives-de-scolarite" TargetMode="External"/><Relationship Id="rId5" Type="http://schemas.openxmlformats.org/officeDocument/2006/relationships/image" Target="../media/image-16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neweb.com/fr/news/Societe/8-millions-voles-et-attaque-a-la-machette-deux-braqueurs-du-point-wave-de-dahra-tombent-a-touba_n_999001330.html" TargetMode="External"/><Relationship Id="rId2" Type="http://schemas.openxmlformats.org/officeDocument/2006/relationships/hyperlink" Target="https://www.rfi.fr/fr/afrique/20261021-s%C3%A9n%C3%A9gal-un-d%C3%A9but-de-gr%C3%A8ve-g%C3%A9n%C3%A9rale-dans-un-contexte-de-bras-de-fer-avec-le-gouvernement" TargetMode="External"/><Relationship Id="rId3" Type="http://schemas.openxmlformats.org/officeDocument/2006/relationships/hyperlink" Target="https://aps.sn/matam-le-mot-dordre-de-greve-generale-largement-suivi-a-lhopital-de-ourossogui-syndicaliste/" TargetMode="External"/><Relationship Id="rId4" Type="http://schemas.openxmlformats.org/officeDocument/2006/relationships/hyperlink" Target="https://www.seneweb.com/fr/news/Diplomatie/conseil-de-securite-quatre-vingts-ans-apres-lafrique-na-toujours-pas-de-siege-a-la-table_n_999001332.html" TargetMode="External"/><Relationship Id="rId5" Type="http://schemas.openxmlformats.org/officeDocument/2006/relationships/hyperlink" Target="https://www.seneweb.com/fr/news/Justice/protection-des-lanceurs-dalerte-recompense-de-10-anonymat-et-garde-fous-juridiques-detailles-par-moussa-sarr_n_999001329.html" TargetMode="External"/><Relationship Id="rId6" Type="http://schemas.openxmlformats.org/officeDocument/2006/relationships/image" Target="../media/image-18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ressafrik.com/&#8203;Greve-du-FSDT-les-militaires-et-les-gendarmes-mobilises-pour-assurer-la-continuite-du-transport-public_a313365.html" TargetMode="External"/><Relationship Id="rId2" Type="http://schemas.openxmlformats.org/officeDocument/2006/relationships/hyperlink" Target="https://www.senenews.com/actualites/contribution-chronique/lethique-politique-et-le-cumul-de-fonctions-ndiaga-sylla_603558.html" TargetMode="External"/><Relationship Id="rId3" Type="http://schemas.openxmlformats.org/officeDocument/2006/relationships/hyperlink" Target="https://www.pressafrik.com/&#8203;Greve-de-72-heures-du-FSDT-Mamadou-Lamine-Diante-reconnait-des-engagements-non-realises_a313362.html" TargetMode="External"/><Relationship Id="rId4" Type="http://schemas.openxmlformats.org/officeDocument/2006/relationships/hyperlink" Target="https://www.pressafrik.com/Greve-generale-du-FSDT-un-inspecteur-du-travail-explique-ce-qui-peut-mettre-a-l-abri-les-travailleurs_a313361.html" TargetMode="External"/><Relationship Id="rId5" Type="http://schemas.openxmlformats.org/officeDocument/2006/relationships/hyperlink" Target="https://fr.allafrica.com/stories/202610210251.html" TargetMode="External"/><Relationship Id="rId6" Type="http://schemas.openxmlformats.org/officeDocument/2006/relationships/image" Target="../media/image-19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couverture-abidj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"/>
            <a:ext cx="11795760" cy="5852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0" y="228600"/>
            <a:ext cx="758952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RENCONTRE MENSUELLE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G.R.S.CI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1600200"/>
            <a:ext cx="576072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589520" y="54864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OCTOBRE 2026</a:t>
            </a:r>
            <a:endParaRPr lang="en-US" sz="2000" dirty="0"/>
          </a:p>
        </p:txBody>
      </p:sp>
      <p:pic>
        <p:nvPicPr>
          <p:cNvPr id="6" name="Image 1" descr="/home/runner/work/SentiqS/SentiqS/scripts/assets/grsci/afriq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6172200"/>
            <a:ext cx="548640" cy="548640"/>
          </a:xfrm>
          <a:prstGeom prst="rect">
            <a:avLst/>
          </a:prstGeom>
        </p:spPr>
      </p:pic>
      <p:pic>
        <p:nvPicPr>
          <p:cNvPr id="7" name="Image 2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u="sng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 TABLE DES MATIÈRES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553212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FAITS MARQUANTS EN CÔTE D'IVOIRE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D’IVOIRE: DOUZE PERSONNES INCULPÉES DANS L'AFFAIRE DE L'ASSASSINAT D'UN GEND…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DALOA : LES COMMERÇANTES MANIFESTENT CONTRE LA HAUSSE DU PRIX DU POISSON, LE PRÉF…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53212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18872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DYNAMIQUES SOUS-RÉGIONALES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164592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BURKINA FASO RÉTABLIT LA PEINE DE MORT, ABOLIE EN 2018 !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MASSACRE IN MALI: ISLAMIC STATE MILITANTS KILL AT LEAST 48 CIVILIANS IN MÉNAKA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DIFFA : VND/NUR, DES RIVES DU LAC TCHAD À L’ACTION HUMANITAIRE, LA RÉSILIENCE, LA…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BY PROTEST, REGULATION BY SILENCE: INSIDE THE MANUFACTURED WATER CRISIS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KLOTO : L’UE ET LE LUXEMBOURG AUX CÔTÉS DU TOGO POUR LA CONSTRUCTION DU SIÈGE DE …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BÉNIN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 : LA HAC S’ATTAQUE À LA PROLIFÉRATION ILLÉGALE DES WEB TV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MILLIONS VOLÉS ET ATTAQUE À LA MACHETTE : DEUX BRAQUEURS DU POINT WAVE DE DAHRA…</a:t>
            </a:r>
            <a:endParaRPr lang="en-US" sz="900" dirty="0"/>
          </a:p>
        </p:txBody>
      </p:sp>
      <p:pic>
        <p:nvPicPr>
          <p:cNvPr id="11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CD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carte-c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64008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FAITS MARQUANTS EN CÔTE D'IVOIRE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4206240" y="4846320"/>
            <a:ext cx="374904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pic>
        <p:nvPicPr>
          <p:cNvPr id="5" name="Image 1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u="sng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 POLITIQUE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E60"/>
          </a:solidFill>
          <a:ln w="12700">
            <a:solidFill>
              <a:srgbClr val="009E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D’IVOIRE: DOUZE PERSONNES INCULPÉES DANS L'AFFAIRE DE L'ASSASSINAT D'UN GENDARME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RFI Afrique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u="sng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 SOCIAL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E60"/>
          </a:solidFill>
          <a:ln w="12700">
            <a:solidFill>
              <a:srgbClr val="009E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DALOA : LES COMMERÇANTES MANIFESTENT CONTRE LA HAUSSE DU PRIX DU POISSON, LE PRÉFET APPELLE AU CALME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Linfodrome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12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DCD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afr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64008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DYNAMIQUES RÉGIONALES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4206240" y="4846320"/>
            <a:ext cx="374904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pic>
        <p:nvPicPr>
          <p:cNvPr id="5" name="Image 1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Burkina Faso : situation Fin octobre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283464"/>
          </a:xfrm>
          <a:prstGeom prst="rect">
            <a:avLst/>
          </a:prstGeom>
          <a:solidFill>
            <a:srgbClr val="EF2B2D"/>
          </a:solidFill>
          <a:ln w="12700">
            <a:solidFill>
              <a:srgbClr val="EF2B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557784"/>
            <a:ext cx="905256" cy="283464"/>
          </a:xfrm>
          <a:prstGeom prst="rect">
            <a:avLst/>
          </a:prstGeom>
          <a:solidFill>
            <a:srgbClr val="009E49"/>
          </a:solidFill>
          <a:ln w="12700">
            <a:solidFill>
              <a:srgbClr val="009E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BURKINA FASO RÉTABLIT LA PEINE DE MORT, ABOLIE EN 2018 !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Actu Cameroun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SENTIMENTALISME, C’EST FINI » : AU BURKINA FASO, IBRAHIM TRAORÉ RÉTABLIT LA PEINE DE MORT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Jeune Afrique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9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LA PEINE DE MORT RÉTABLIE DANS LE NOUVEAU CODE PÉNAL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Maliactu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8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LE PARLEMENT VOTE LE RÉTABLISSEMENT DE LA PEINE DE MORT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Africanews — Chaine panafricaine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7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FASO: LA JUNTE AU POUVOIR RÉTABLIT LA PEINE DE MORT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RFI Afrique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3 h UTC</a:t>
            </a:r>
            <a:endParaRPr lang="en-US" sz="1300" dirty="0"/>
          </a:p>
        </p:txBody>
      </p:sp>
      <p:pic>
        <p:nvPicPr>
          <p:cNvPr id="9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Burkina Faso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283464"/>
          </a:xfrm>
          <a:prstGeom prst="rect">
            <a:avLst/>
          </a:prstGeom>
          <a:solidFill>
            <a:srgbClr val="EF2B2D"/>
          </a:solidFill>
          <a:ln w="12700">
            <a:solidFill>
              <a:srgbClr val="EF2B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557784"/>
            <a:ext cx="905256" cy="283464"/>
          </a:xfrm>
          <a:prstGeom prst="rect">
            <a:avLst/>
          </a:prstGeom>
          <a:solidFill>
            <a:srgbClr val="009E49"/>
          </a:solidFill>
          <a:ln w="12700">
            <a:solidFill>
              <a:srgbClr val="009E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LA PEINE DE MORT RÉINTRODUITE DANS LE CODE PÉNAL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Guineematin.com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22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OUAGADOUGOU : LA CARAVANE « GRAINE DE COHÉSION » POURSUIT SON COMBAT POUR LA PAIX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Burkina24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LE PREMIER MINISTRE INAUGURE LA RIZERIE GÉANTE DE BAGRÉ ET IMPULSE LA SOUVERAINETÉ ALIMENTAIRE DANS LE NAKAMBÉ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Burkina24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DE L’ÉTUDIANT AU BURKINA FASO : LA COOPÉRATION SINO-BURKINABÈ ET LA SÉCURITÉ DES ÉTUDIANTS AU CŒUR DE LA PREMIÈRE ÉDITION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Burkina24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OFFENSIVE AGROPASTORALE : LE PREMIER MINISTRE LANCE LA RÉCOLTE MÉCANISÉE DU MAÏS À BAGRÉ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Gouvernement de transition Burkina Faso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20 h UTC</a:t>
            </a:r>
            <a:endParaRPr lang="en-US" sz="1300" dirty="0"/>
          </a:p>
        </p:txBody>
      </p:sp>
      <p:pic>
        <p:nvPicPr>
          <p:cNvPr id="9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14B53A"/>
          </a:solidFill>
          <a:ln w="12700">
            <a:solidFill>
              <a:srgbClr val="14B5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MASSACRE IN MALI: ISLAMIC STATE MILITANTS KILL AT LEAST 48 CIVILIANS IN MÉNAKA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Africa Report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MASSACRE AU MALI : L’ÉTAT ISLAMIQUE S’ATTAQUE À LA COMMUNAUTÉ IDAKSAHAK DANS LA RÉGION DE MÉNAKA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Jeune Afrique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UNE QUARANTAINE DE CIVILS TUÉE DANS UN CAMP DANS LA RÉGION DE MENAKA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fr.saharamedias.net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14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 DOUGOUKOLOKO : PLUSIEURS ÉLÉMENTS TERRORISTES NEUTRALISÉS DANS LA FORÊT DE OUAGADOU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AMAP — Agence Malienne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JUSTICE À MOPTI : SÉVICES GRAVES, PÉDOPHILIE ET TRAFIC D’ARMES AU RÔLE DU TRIBUNAL MILITAIRE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Maliactu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14B53A"/>
          </a:solidFill>
          <a:ln w="12700">
            <a:solidFill>
              <a:srgbClr val="14B5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OFFENSIVE AGROPASTORALE : LE PREMIER MINISTRE LANCE L’AMÉNAGEMENT DE 50000 HECTARES IRRIGUÉS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 24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20 AGENTS DU CECOGEC FORMÉS À LA SÉCURISATION DES COMMUNICATIONS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Malijet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UN COLLOQUE INTERNATIONAL SUR LE RÔLE DU JUGE CONSTITUTIONNEL DANS LA REFONDATION DE L’ÉTAT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Malijet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20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CESEC : LA 6ᵉ MANDATURE EXAMINE LE BILAN QUINQUENNAL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AMAP — Agence Malienne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19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VIOLENCES DANS LE CENTRE DU PAYS - « NOUS AVONS FUI EN PIROGUE AU MILIEU DE LA NUIT »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(ML)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15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88976"/>
          </a:xfrm>
          <a:prstGeom prst="rect">
            <a:avLst/>
          </a:prstGeom>
          <a:solidFill>
            <a:srgbClr val="E05206"/>
          </a:solidFill>
          <a:ln w="12700">
            <a:solidFill>
              <a:srgbClr val="E052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463296"/>
            <a:ext cx="905256" cy="1889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652272"/>
            <a:ext cx="905256" cy="188976"/>
          </a:xfrm>
          <a:prstGeom prst="rect">
            <a:avLst/>
          </a:prstGeom>
          <a:solidFill>
            <a:srgbClr val="0DB02B"/>
          </a:solidFill>
          <a:ln w="12700">
            <a:solidFill>
              <a:srgbClr val="0DB0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DIFFA : VND/NUR, DES RIVES DU LAC TCHAD À L’ACTION HUMANITAIRE, LA RÉSILIENCE, LA PAIX ET LE DÉVELOPPEMENT.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ANP — Agence Nigérienne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22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IV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Ghana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88976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463296"/>
            <a:ext cx="905256" cy="188976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652272"/>
            <a:ext cx="905256" cy="18897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BY PROTEST, REGULATION BY SILENCE: INSIDE THE MANUFACTURED WATER CRISIS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Ghana Business 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OBUASI SHTS CLOSURE LEAVES FINAL-YEAR STUDENTS FACING UNCERTAINTY AHEAD OF WASSCE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JoyOnline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GROUPS CONDEMN OBUASI SHTS SEXUAL ABUSE SCANDAL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Ghana Business 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6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387706"/>
            <a:ext cx="905256" cy="113386"/>
          </a:xfrm>
          <a:prstGeom prst="rect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01091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614477"/>
            <a:ext cx="905256" cy="113386"/>
          </a:xfrm>
          <a:prstGeom prst="rect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81360" y="727862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KLOTO : L’UE ET LE LUXEMBOURG AUX CÔTÉS DU TOGO POUR LA CONSTRUCTION DU SIÈGE DE L’ONAP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ATOP — Agence Togolaise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: UN VIOLENT INCENDIE RAVAGE UN BAR À TOKOIN RAMCO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24heureinfo.com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: ENTRE DEUX SOURDS : L’IMPASSE TOGOLAISE EN GRAND FORMAT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Togo Actualite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RECRUDESCENCE DES ACCIDENTS DE LA ROUTE : UN FACTEUR IMPORTANT IGNORÉ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Icilome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TOGO- LES LEADERS DU CNCC INVITÉS À REPORTER LEUR MEETING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Icilome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6 h UTC</a:t>
            </a:r>
            <a:endParaRPr lang="en-US" sz="1300" dirty="0"/>
          </a:p>
        </p:txBody>
      </p:sp>
      <p:pic>
        <p:nvPicPr>
          <p:cNvPr id="12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387706"/>
            <a:ext cx="905256" cy="113386"/>
          </a:xfrm>
          <a:prstGeom prst="rect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01091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614477"/>
            <a:ext cx="905256" cy="113386"/>
          </a:xfrm>
          <a:prstGeom prst="rect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81360" y="727862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AGROALIMENTAIRES : LE TOGO ENGAGÉ À TRADUIRE LA DÉCLARATION DE KAMPALA EN ACTIONS CONCRÈTES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Togo-Presse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20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LOMÉ : UNE FLÈCHE VERTE AUX FEUX TRICOLORES POUR FLUIDIFIER LA CIRCULATION ET SÉCURISER LES CARREFOURS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 Nouveau Reporter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PINTADE, SÉCURITÉ ALIMENTAIRE ET REVENUS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(TG)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9 h UTC</a:t>
            </a:r>
            <a:endParaRPr lang="en-US" sz="1300" dirty="0"/>
          </a:p>
        </p:txBody>
      </p:sp>
      <p:pic>
        <p:nvPicPr>
          <p:cNvPr id="12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Bénin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62102" cy="566928"/>
          </a:xfrm>
          <a:prstGeom prst="rect">
            <a:avLst/>
          </a:prstGeom>
          <a:solidFill>
            <a:srgbClr val="008751"/>
          </a:solidFill>
          <a:ln w="12700">
            <a:solidFill>
              <a:srgbClr val="0087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43462" y="274320"/>
            <a:ext cx="543154" cy="283464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43462" y="557784"/>
            <a:ext cx="543154" cy="283464"/>
          </a:xfrm>
          <a:prstGeom prst="rect">
            <a:avLst/>
          </a:prstGeom>
          <a:solidFill>
            <a:srgbClr val="E8112D"/>
          </a:solidFill>
          <a:ln w="12700">
            <a:solidFill>
              <a:srgbClr val="E811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fait marquant relevé sur la période.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Guinée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460"/>
          </a:solidFill>
          <a:ln w="12700">
            <a:solidFill>
              <a:srgbClr val="0094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 : LA HAC S’ATTAQUE À LA PROLIFÉRATION ILLÉGALE DES WEB TV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 24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13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IBRO DIABATÉ ÉVACUÉ À L’ÉTRANGER POUR UN MOIS DE SOINS PRIS EN CHARGE PAR L’ÉTAT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Guinee7.com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PROCUREUR GÉNÉRAL PRÈS LA COUR SUPRÊME DÉFEND LA PROCÉDURE VISANT L'EX-MAGISTRAT ALGASSIMOU DIALLO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(GN)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LÉLOUMA : DES ÉCOLES FERMÉES PAR MANQUE D’ENSEIGNANTS, PLUS DE 500 ÉLÈVES PRIVÉS DE SCOLARITÉ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Guineematin.com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20 octobre 2026, 22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Liberia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13386"/>
          </a:xfrm>
          <a:prstGeom prst="rect">
            <a:avLst/>
          </a:prstGeom>
          <a:solidFill>
            <a:srgbClr val="BF0A30"/>
          </a:solidFill>
          <a:ln w="12700">
            <a:solidFill>
              <a:srgbClr val="BF0A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387706"/>
            <a:ext cx="905256" cy="1133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01091"/>
            <a:ext cx="905256" cy="113386"/>
          </a:xfrm>
          <a:prstGeom prst="rect">
            <a:avLst/>
          </a:prstGeom>
          <a:solidFill>
            <a:srgbClr val="BF0A30"/>
          </a:solidFill>
          <a:ln w="12700">
            <a:solidFill>
              <a:srgbClr val="BF0A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614477"/>
            <a:ext cx="905256" cy="1133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81360" y="727862"/>
            <a:ext cx="905256" cy="113386"/>
          </a:xfrm>
          <a:prstGeom prst="rect">
            <a:avLst/>
          </a:prstGeom>
          <a:solidFill>
            <a:srgbClr val="BF0A30"/>
          </a:solidFill>
          <a:ln w="12700">
            <a:solidFill>
              <a:srgbClr val="BF0A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fait marquant relevé sur la période.</a:t>
            </a:r>
            <a:endParaRPr lang="en-US" sz="1300" dirty="0"/>
          </a:p>
        </p:txBody>
      </p:sp>
      <p:pic>
        <p:nvPicPr>
          <p:cNvPr id="12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Sénégal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00853F"/>
          </a:solidFill>
          <a:ln w="12700">
            <a:solidFill>
              <a:srgbClr val="0085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DEF42"/>
          </a:solidFill>
          <a:ln w="12700">
            <a:solidFill>
              <a:srgbClr val="FDEF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E31B23"/>
          </a:solidFill>
          <a:ln w="12700">
            <a:solidFill>
              <a:srgbClr val="E31B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MILLIONS VOLÉS ET ATTAQUE À LA MACHETTE : DEUX BRAQUEURS DU POINT WAVE DE DAHRA TOMBENT À TOUBA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Seneweb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SÉNÉGAL: UN DÉBUT DE GRÈVE GÉNÉRALE DANS UN CONTEXTE DE BRAS DE FER AVEC LE GOUVERNEMENT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RFI Afrique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MATAM : LE MOT D’ORDRE DE GRÈVE GÉNÉRALE LARGEMENT SUIVI À L’HÔPITAL DE OUROSSOGUI (SYNDICALISTE)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APS — Agence Sénégalaise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 DE SÉCURITÉ : QUATRE-VINGTS ANS APRÈS, L’AFRIQUE N’A TOUJOURS PAS DE SIÈGE À LA TABLE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Seneweb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LANCEURS D'ALERTE : RÉCOMPENSE DE 10 %, ANONYMAT ET GARDE-FOUS JURIDIQUES DÉTAILLÉS PAR MOUSSA SARR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Seneweb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Sénégal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00853F"/>
          </a:solidFill>
          <a:ln w="12700">
            <a:solidFill>
              <a:srgbClr val="0085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DEF42"/>
          </a:solidFill>
          <a:ln w="12700">
            <a:solidFill>
              <a:srgbClr val="FDEF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E31B23"/>
          </a:solidFill>
          <a:ln w="12700">
            <a:solidFill>
              <a:srgbClr val="E31B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​GRÈVE DU FSDT : LES MILITAIRES ET LES GENDARMES MOBILISÉS POUR ASSURER LA CONTINUITÉ DU TRANSPORT PUBLIC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Pressafrik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ÉTHIQUE POLITIQUE : LES DANGERS DU CUMUL DE FONCTIONS EN PÉRIODE DE CRISE ÉCONOMIQUE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​GRÈVE DE 72 HEURES DU FSDT : MAMADOU LAMINE DIANTÉ RECONNAÎT DES ENGAGEMENTS NON RÉALISÉS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Pressafrik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«GRÈVE GÉNÉRALE» DU FSDT : UN INSPECTEUR DU TRAVAIL EXPLIQUE CE «QUI PEUT METTRE À L’ABRI LES TRAVAILLEURS»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Pressafrik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10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GRÈVE GÉNÉRALE DE 72 HEURES ANNONCÉE SUR FOND DE CONTESTATION DES NOUVEAUX CODES DU TRAVAIL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(SN)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21 octobre 2026, 9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D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111111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MERCI</a:t>
            </a:r>
            <a:endParaRPr lang="en-US" sz="6000" dirty="0"/>
          </a:p>
        </p:txBody>
      </p:sp>
      <p:pic>
        <p:nvPicPr>
          <p:cNvPr id="3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Rencontre mensuelle G.R.S.CI — 21 octobre 2026</dc:title>
  <dc:subject>PptxGenJS Presentation</dc:subject>
  <dc:creator>SentiqS</dc:creator>
  <cp:lastModifiedBy>SentiqS</cp:lastModifiedBy>
  <cp:revision>1</cp:revision>
  <dcterms:created xsi:type="dcterms:W3CDTF">2026-10-21T13:15:25Z</dcterms:created>
  <dcterms:modified xsi:type="dcterms:W3CDTF">2026-10-21T13:15:25Z</dcterms:modified>
</cp:coreProperties>
</file>