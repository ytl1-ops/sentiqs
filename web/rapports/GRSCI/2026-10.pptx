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fr.allafrica.com/stories/202610230151.html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fr.allafrica.com/stories/202610230529.html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fr.allafrica.com/stories/202610230399.html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fr.allafrica.com/stories/202610220451.html" TargetMode="External"/><Relationship Id="rId2" Type="http://schemas.openxmlformats.org/officeDocument/2006/relationships/hyperlink" Target="https://www.alwihdainfo.com/burkina-faso-turquie-une-offensive-diplomatique-denvergure-pour-consolider-la-cooperation-bilaterale/" TargetMode="External"/><Relationship Id="rId3" Type="http://schemas.openxmlformats.org/officeDocument/2006/relationships/hyperlink" Target="https://www.wakatsera.com/montee-trimestrielle-des-couleurs-des-fds-la-douane-burkinabe-au-rendez-vous-du-devoir-patriotique/" TargetMode="External"/><Relationship Id="rId4" Type="http://schemas.openxmlformats.org/officeDocument/2006/relationships/hyperlink" Target="https://anp.ne/justice-le-president-de-la-republique-sentretient-avec-les-ministres-en-charge-de-la-justice-des-etats-de-laes/" TargetMode="External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i.fr/fr/afrique/20261023-benson-diakit%C3%A9-ancienne-grande-voix-de-rfi-est-mort" TargetMode="External"/><Relationship Id="rId2" Type="http://schemas.openxmlformats.org/officeDocument/2006/relationships/hyperlink" Target="https://maliactu.net/lutte-contre-le-terrorisme-a-kayes-la-police-frappe-au-coeur-des-reseaux-de-soutien-logistique-des-gat/" TargetMode="External"/><Relationship Id="rId3" Type="http://schemas.openxmlformats.org/officeDocument/2006/relationships/hyperlink" Target="https://amap.ml/2026/10/23/situation-securitaire-plus-de-4-880-terroristes-neutralises-et-162-bases-detruites-par-les-fama/" TargetMode="External"/><Relationship Id="rId4" Type="http://schemas.openxmlformats.org/officeDocument/2006/relationships/hyperlink" Target="https://malijet.com/a_la_une_du_mali/312478-point-de-presse-les-fama-annoncent-plus-de-4-880-combattant.html" TargetMode="External"/><Relationship Id="rId5" Type="http://schemas.openxmlformats.org/officeDocument/2006/relationships/hyperlink" Target="https://mali24.info/mali-fao-un-partenariat-strategique-renouvele-au-service-de-la-souverainete-alimentaire/" TargetMode="External"/><Relationship Id="rId6" Type="http://schemas.openxmlformats.org/officeDocument/2006/relationships/image" Target="../media/image-9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malijet.com/actualite-politique-au-mali/312469-mali-qatar-la-cooperation-securitaire-au-centre-des-echang.html" TargetMode="External"/><Relationship Id="rId2" Type="http://schemas.openxmlformats.org/officeDocument/2006/relationships/hyperlink" Target="https://maliactu.net/coupe-de-la-caf-2%e1%b5%89-tour-retour-les-zarzis-deja-sur-le-sol-bamakois-las-real-sous-pression-a-domicile/" TargetMode="External"/><Relationship Id="rId3" Type="http://schemas.openxmlformats.org/officeDocument/2006/relationships/hyperlink" Target="https://amap.ml/2026/10/23/bandiagara-lancement-des-activites-de-la-31%e1%b5%89-edition-du-mois-de-la-solidarite-et-de-la-lutte-contre-lexclusion/" TargetMode="External"/><Relationship Id="rId4" Type="http://schemas.openxmlformats.org/officeDocument/2006/relationships/hyperlink" Target="https://malijet.com/a_la_une_du_mali/312472-mali-loclei-remet-ses-rapports-2021-et-2024-a-assimi-goit.html" TargetMode="External"/><Relationship Id="rId5" Type="http://schemas.openxmlformats.org/officeDocument/2006/relationships/image" Target="../media/image-10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np.ne/lancement-officiel-de-la-caravane-de-sensibilisation-et-de-formation-sur-les-bonnes-pratiques-de-greffes-et-parquets-et-letablissement-des-pieces-dexecution/" TargetMode="External"/><Relationship Id="rId2" Type="http://schemas.openxmlformats.org/officeDocument/2006/relationships/hyperlink" Target="https://www.jeuneafrique.com/1854691/economie-entreprises/carburant-le-niger-cherche-des-leviers-pour-sortir-de-la-crise/" TargetMode="External"/><Relationship Id="rId3" Type="http://schemas.openxmlformats.org/officeDocument/2006/relationships/hyperlink" Target="https://anp.ne/tahoua-les-autorites-regionales-prennent-part-a-une-priere-collective-pour-la-paix-et-la-securite-au-niger/" TargetMode="External"/><Relationship Id="rId4" Type="http://schemas.openxmlformats.org/officeDocument/2006/relationships/hyperlink" Target="https://www.lesahel.org/lair-du-temps-education-a-la-crise/" TargetMode="External"/><Relationship Id="rId5" Type="http://schemas.openxmlformats.org/officeDocument/2006/relationships/hyperlink" Target="https://tamtaminfo.com/rentree-judiciaire-2026-2027-le-president-tiani-appelle-la-justice-a-sinscrire-dans-la-dynamique-de-la-refondation/" TargetMode="External"/><Relationship Id="rId6" Type="http://schemas.openxmlformats.org/officeDocument/2006/relationships/image" Target="../media/image-1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heafricareport.com/434371/algeria-niger-security-pact-whats-behind-algiers-military-push-into-the-sahel/" TargetMode="Externa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yjoyonline.com/seven-shot-dead-by-gunmen-at-church-funeral-in-jordan-officials-say/" TargetMode="External"/><Relationship Id="rId2" Type="http://schemas.openxmlformats.org/officeDocument/2006/relationships/hyperlink" Target="https://www.myjoyonline.com/npp-walewale-constituency-condemns-personal-attacks-against-mp-urges-party-discipline/" TargetMode="External"/><Relationship Id="rId3" Type="http://schemas.openxmlformats.org/officeDocument/2006/relationships/hyperlink" Target="https://www.myjoyonline.com/gaf-to-stage-land-combat-firepower-demonstration-at-bundase-on-october-30/" TargetMode="External"/><Relationship Id="rId4" Type="http://schemas.openxmlformats.org/officeDocument/2006/relationships/hyperlink" Target="https://fr.allafrica.com/stories/202610230589.html" TargetMode="External"/><Relationship Id="rId5" Type="http://schemas.openxmlformats.org/officeDocument/2006/relationships/hyperlink" Target="https://ghanaiantimes.com.gh/richard-kumadoe-blames-flawed-recruitment-for-problems-at-bni/" TargetMode="External"/><Relationship Id="rId6" Type="http://schemas.openxmlformats.org/officeDocument/2006/relationships/image" Target="../media/image-1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bcghanaonline.com/general/government-pays-gh%c2%a24-4bn-to-ssnit-settles-tier-2-pension-obligations-finance-minister/2026/" TargetMode="External"/><Relationship Id="rId2" Type="http://schemas.openxmlformats.org/officeDocument/2006/relationships/hyperlink" Target="https://www.ghanabusinessnews.com/2026/10/23/obuasi-shts-headmaster-rape-case-sent-to-attorney-generals-office/" TargetMode="External"/><Relationship Id="rId3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24heureinfo.com/politique/togo-agriculture-nucleaire-les-deputes-adoptent-quatre-textes-strategiques/" TargetMode="External"/><Relationship Id="rId2" Type="http://schemas.openxmlformats.org/officeDocument/2006/relationships/hyperlink" Target="https://lenouveaureporter.com/togo-loi-dorientation-agricole-la-marche-vers-la-souverainete-alimentaire/" TargetMode="External"/><Relationship Id="rId3" Type="http://schemas.openxmlformats.org/officeDocument/2006/relationships/hyperlink" Target="https://atop.tg/kloto-une-delegation-de-la-cooperation-allemande-visite-des-initiatives-de-developpement/" TargetMode="External"/><Relationship Id="rId4" Type="http://schemas.openxmlformats.org/officeDocument/2006/relationships/hyperlink" Target="https://atop.tg/assemblee-nationale-la-loi-dorientation-agricole-et-trois-textes-sur-le-nucleaire-adoptes/" TargetMode="External"/><Relationship Id="rId5" Type="http://schemas.openxmlformats.org/officeDocument/2006/relationships/hyperlink" Target="https://togoscoop.tg/togo-quatre-consultants-recherches-pour-le-deploiement-du-systeme-e-gp/" TargetMode="External"/><Relationship Id="rId6" Type="http://schemas.openxmlformats.org/officeDocument/2006/relationships/image" Target="../media/image-1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24heureinfo.com/finances/budget-2027-au-togo-2-6841-milliards-fcfa-prevus-les-investissements-cibles/" TargetMode="External"/><Relationship Id="rId2" Type="http://schemas.openxmlformats.org/officeDocument/2006/relationships/hyperlink" Target="https://fr.allafrica.com/stories/202610230152.html" TargetMode="External"/><Relationship Id="rId3" Type="http://schemas.openxmlformats.org/officeDocument/2006/relationships/image" Target="../media/image-1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uineematin.com/2026/10/23/cellcom-guinee-la-fesatel-alerte-sur-les-salaires-impayes-et-reclame-louverture-urgente-de-negociations/?utm_source=rss&amp;utm_medium=rss&amp;utm_campaign=cellcom-guinee-la-fesatel-alerte-sur-les-salaires-impayes-et-reclame-louverture-urgente-de-negociations" TargetMode="External"/><Relationship Id="rId2" Type="http://schemas.openxmlformats.org/officeDocument/2006/relationships/hyperlink" Target="https://guineematin.com/2026/10/23/conakry-traquee-par-gps-une-moto-volee-permet-le-demantelement-dune-cache-dengins-suspects-a-lambanyi/?utm_source=rss&amp;utm_medium=rss&amp;utm_campaign=conakry-traquee-par-gps-une-moto-volee-permet-le-demantelement-dune-cache-dengins-suspects-a-lambanyi" TargetMode="External"/><Relationship Id="rId3" Type="http://schemas.openxmlformats.org/officeDocument/2006/relationships/hyperlink" Target="https://www.guinee7.com/2026/10/23/rip-sur-ses-photos-pathe-moloko-reapparait-et-livre-un-message/" TargetMode="External"/><Relationship Id="rId4" Type="http://schemas.openxmlformats.org/officeDocument/2006/relationships/hyperlink" Target="https://www.guinee7.com/2026/10/23/marche-de-matoto-mohamed-soumah-libere-les-commercants-toujours-sous-pression/" TargetMode="External"/><Relationship Id="rId5" Type="http://schemas.openxmlformats.org/officeDocument/2006/relationships/hyperlink" Target="https://guineelive.com/2026/10/22/agrasc-annonce-des-ventes-aux-encheres-publiques-de-vehicules-des-motos-et-de-telephones-le-11-novembre-2026/" TargetMode="External"/><Relationship Id="rId6" Type="http://schemas.openxmlformats.org/officeDocument/2006/relationships/image" Target="../media/image-1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frontpageafricaonline.com/liberia-judge-cites-evidence-in-finding-nsa-staff-peter-bon-jallah-guilty-of-statutory-rape-kidnapping/" TargetMode="External"/><Relationship Id="rId2" Type="http://schemas.openxmlformats.org/officeDocument/2006/relationships/hyperlink" Target="https://frontpageafricaonline.com/liberia-court-finds-peter-bon-jallah-guilty-of-statutory-rape-kidnapping/" TargetMode="External"/><Relationship Id="rId3" Type="http://schemas.openxmlformats.org/officeDocument/2006/relationships/hyperlink" Target="https://frontpageafricaonline.com/liberia-war-victims-survivors-protest-at-court-office-capitol-as-house-chairman-pledges-to-put-court-bill-before-plenary-tuesday/" TargetMode="External"/><Relationship Id="rId4" Type="http://schemas.openxmlformats.org/officeDocument/2006/relationships/hyperlink" Target="https://gnnliberia.com/afl-fires-two-soldiers-over-assault/" TargetMode="External"/><Relationship Id="rId5" Type="http://schemas.openxmlformats.org/officeDocument/2006/relationships/image" Target="../media/image-1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neweb.com/fr/news/International/attaque-a-trappes-et-a-la-verriere-qui-est-kevin-t-le-suspect-auteur-de-la-fusillade_n_999001566.html" TargetMode="External"/><Relationship Id="rId2" Type="http://schemas.openxmlformats.org/officeDocument/2006/relationships/hyperlink" Target="https://www.france24.com/fr/afrique/20261023-ebola-nigeria-gr%C3%A8ve-s%C3%A9n%C3%A9gal-frappe-march%C3%A9-soudan-hebdo-afrique" TargetMode="External"/><Relationship Id="rId3" Type="http://schemas.openxmlformats.org/officeDocument/2006/relationships/hyperlink" Target="https://www.wakatsera.com/senegal-14-morts-et-368-cas-de-diphterie-dans-13-regions/" TargetMode="External"/><Relationship Id="rId4" Type="http://schemas.openxmlformats.org/officeDocument/2006/relationships/hyperlink" Target="https://aps.sn/six-morts-dans-une-collision-entre-un-camion-et-un-minicar-a-ndande/" TargetMode="External"/><Relationship Id="rId5" Type="http://schemas.openxmlformats.org/officeDocument/2006/relationships/hyperlink" Target="https://www.senenews.com/actualites/crise-du-logement-au-senegal-500-000-logements-manquants-letat-devoile-sa-strategie_603821.html" TargetMode="External"/><Relationship Id="rId6" Type="http://schemas.openxmlformats.org/officeDocument/2006/relationships/image" Target="../media/image-20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ressafrik.com/Greve-generale-le-FSDT-revendique-une-forte-mobilisation-au-troisieme-jour-du-mouvement_a313485.html" TargetMode="External"/><Relationship Id="rId2" Type="http://schemas.openxmlformats.org/officeDocument/2006/relationships/hyperlink" Target="https://www.seneweb.com/fr/news/Societe/3e-jour-de-greve-le-fsdt-se-felicite-dune-mobilisation-massive_n_999001556.html" TargetMode="External"/><Relationship Id="rId3" Type="http://schemas.openxmlformats.org/officeDocument/2006/relationships/hyperlink" Target="https://www.pressafrik.com/&#128308;EN-Direct-Kaddu-Lamb-special-combat-Ama-Balde-vs-Lac-2-Eumeu-Sene-vs-Jackson_a313484.html" TargetMode="External"/><Relationship Id="rId4" Type="http://schemas.openxmlformats.org/officeDocument/2006/relationships/hyperlink" Target="https://www.pressafrik.com/&#8203;Medecin-blesse-par-balle-a-Guediawaye-48-heures-de-greve-et-une-procedure-judiciaire-enclenchee_a313465.html" TargetMode="External"/><Relationship Id="rId5" Type="http://schemas.openxmlformats.org/officeDocument/2006/relationships/hyperlink" Target="https://www.seneweb.com/fr/news/Societe/un-violent-accident-mortel-sest-produit-ce-vendredi-vers-21-heures-sur-la-route-kebemer-ndande_n_999001567.html" TargetMode="External"/><Relationship Id="rId6" Type="http://schemas.openxmlformats.org/officeDocument/2006/relationships/image" Target="../media/image-2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entiqS/SentiqS/scripts/assets/grsci/couverture-abidj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11795760" cy="585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228600"/>
            <a:ext cx="758952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27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RENCONTRE MENSUELLE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G.R.S.CI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1600200"/>
            <a:ext cx="576072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0" y="5486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OCTOBRE 2026</a:t>
            </a:r>
            <a:endParaRPr lang="en-US" sz="2000" dirty="0"/>
          </a:p>
        </p:txBody>
      </p:sp>
      <p:pic>
        <p:nvPicPr>
          <p:cNvPr id="6" name="Image 1" descr="/home/runner/work/SentiqS/SentiqS/scripts/assets/grsci/afriq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6172200"/>
            <a:ext cx="548640" cy="548640"/>
          </a:xfrm>
          <a:prstGeom prst="rect">
            <a:avLst/>
          </a:prstGeom>
        </p:spPr>
      </p:pic>
      <p:pic>
        <p:nvPicPr>
          <p:cNvPr id="7" name="Image 2" descr="/home/runner/work/SentiqS/SentiqS/scripts/assets/grsci/logo-grsc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 TABLE DES MATIÈRES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5321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FAITS MARQUANTS EN CÔTE D'IVOIRE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5166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❑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AU SEIN DU PDCI/RDA - « L'ÉLÉPHANT » SE CASSERA-T-IL UNE DEUXIÈME PATTE ?</a:t>
            </a:r>
            <a:endParaRPr lang="en-US" sz="9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❑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DANANÉ/CHIRURGIE HUMANITAIRE - 134 PATIENTS OPÉRÉS GRATUITEMENT, DONT 114 POUR UN…</a:t>
            </a:r>
            <a:endParaRPr lang="en-US" sz="9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❑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L'AUDIENCE SUR L'ÉLECTION DE TIDJANE THIAM À LA TÊTE DU PDCI RENVOYÉE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0" y="1143000"/>
            <a:ext cx="55321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188720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DYNAMIQUES SOUS-RÉGIONALES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5166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❑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PAYS RÉTABLIT LA PEINE DE MORT</a:t>
            </a:r>
            <a:endParaRPr lang="en-US" sz="9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❑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BENSON DIAKITÉ, ANCIENNE GRANDE VOIX DE RFI, EST MORT</a:t>
            </a:r>
            <a:endParaRPr lang="en-US" sz="9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❑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OFFICIEL DE LA CARAVANE DE SENSIBILISATION ET DE FORMATION SUR LES BONN…</a:t>
            </a:r>
            <a:endParaRPr lang="en-US" sz="9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❑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SHOT DEAD BY GUNMEN AT CHURCH FUNERAL IN JORDAN, OFFICIALS SAY</a:t>
            </a:r>
            <a:endParaRPr lang="en-US" sz="9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❑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: AGRICULTURE, NUCLÉAIRE… LES DÉPUTÉS ADOPTENT QUATRE TEXTES STRATÉGIQUES</a:t>
            </a:r>
            <a:endParaRPr lang="en-US" sz="9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BÉNIN</a:t>
            </a:r>
            <a:endParaRPr lang="en-US" sz="9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GUINÉE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❑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CELLCOM GUINÉE : LA FESATEL ALERTE SUR LES SALAIRES IMPAYÉS ET RÉCLAME L’OUVERTUR…</a:t>
            </a:r>
            <a:endParaRPr lang="en-US" sz="9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LIBERIA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❑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LIBERIA: JUDGE CITES EVIDENCE IN FINDING NSA STAFF PETER BON JALLAH GUILTY OF STA…</a:t>
            </a:r>
            <a:endParaRPr lang="en-US" sz="9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❑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À TRAPPES ET À LA VERRIÈRE : QUI EST KÉVIN T., LE SUSPECT AUTEUR DE LA FU…</a:t>
            </a:r>
            <a:endParaRPr lang="en-US" sz="900" dirty="0"/>
          </a:p>
        </p:txBody>
      </p:sp>
      <p:pic>
        <p:nvPicPr>
          <p:cNvPr id="11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DCD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entiqS/SentiqS/scripts/assets/grsci/carte-c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64008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FAITS MARQUANTS EN CÔTE D'IVOIRE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4206240" y="4846320"/>
            <a:ext cx="374904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pic>
        <p:nvPicPr>
          <p:cNvPr id="5" name="Image 1" descr="/home/runner/work/SentiqS/SentiqS/scripts/assets/grsci/logo-grs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 POLITIQUE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01752" cy="5669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3112" y="274320"/>
            <a:ext cx="301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74320"/>
            <a:ext cx="301752" cy="566928"/>
          </a:xfrm>
          <a:prstGeom prst="rect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AU SEIN DU PDCI/RDA - « L'ÉLÉPHANT » SE CASSERA-T-IL UNE DEUXIÈME PATTE ?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AllAfrica (CI)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9 h UTC</a:t>
            </a:r>
            <a:endParaRPr lang="en-US" sz="1300" dirty="0"/>
          </a:p>
        </p:txBody>
      </p:sp>
      <p:pic>
        <p:nvPicPr>
          <p:cNvPr id="10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 SOCIAL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01752" cy="5669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3112" y="274320"/>
            <a:ext cx="301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74320"/>
            <a:ext cx="301752" cy="566928"/>
          </a:xfrm>
          <a:prstGeom prst="rect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DANANÉ/CHIRURGIE HUMANITAIRE - 134 PATIENTS OPÉRÉS GRATUITEMENT, DONT 114 POUR UNE HERNIE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AllAfrica (CI)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17 h UTC</a:t>
            </a:r>
            <a:endParaRPr lang="en-US" sz="1300" dirty="0"/>
          </a:p>
        </p:txBody>
      </p:sp>
      <p:pic>
        <p:nvPicPr>
          <p:cNvPr id="10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III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u="sng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 SÉCURITÉ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01752" cy="5669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3112" y="274320"/>
            <a:ext cx="301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74320"/>
            <a:ext cx="301752" cy="566928"/>
          </a:xfrm>
          <a:prstGeom prst="rect">
            <a:avLst/>
          </a:prstGeom>
          <a:solidFill>
            <a:srgbClr val="009E60"/>
          </a:solidFill>
          <a:ln w="12700">
            <a:solidFill>
              <a:srgbClr val="009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L'AUDIENCE SUR L'ÉLECTION DE TIDJANE THIAM À LA TÊTE DU PDCI RENVOYÉE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AllAfrica (CI)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12 h UTC</a:t>
            </a:r>
            <a:endParaRPr lang="en-US" sz="1300" dirty="0"/>
          </a:p>
        </p:txBody>
      </p:sp>
      <p:pic>
        <p:nvPicPr>
          <p:cNvPr id="10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DCD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entiqS/SentiqS/scripts/assets/grsci/afri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64008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DYNAMIQUES RÉGIONALES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4206240" y="4846320"/>
            <a:ext cx="374904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pic>
        <p:nvPicPr>
          <p:cNvPr id="5" name="Image 1" descr="/home/runner/work/SentiqS/SentiqS/scripts/assets/grsci/logo-grs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Burkina Faso : situation Fin octobre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05256" cy="283464"/>
          </a:xfrm>
          <a:prstGeom prst="rect">
            <a:avLst/>
          </a:prstGeom>
          <a:solidFill>
            <a:srgbClr val="EF2B2D"/>
          </a:solidFill>
          <a:ln w="12700">
            <a:solidFill>
              <a:srgbClr val="EF2B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557784"/>
            <a:ext cx="905256" cy="283464"/>
          </a:xfrm>
          <a:prstGeom prst="rect">
            <a:avLst/>
          </a:prstGeom>
          <a:solidFill>
            <a:srgbClr val="009E49"/>
          </a:solidFill>
          <a:ln w="12700">
            <a:solidFill>
              <a:srgbClr val="009E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PAYS RÉTABLIT LA PEINE DE MORT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AllAfrica (BF)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22 octobre 2026, 15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FASO-TURQUIE : UNE OFFENSIVE DIPLOMATIQUE D’ENVERGURE POUR CONSOLIDER LA COOPÉRATION BILATÉRALE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Alwihda Info (Tchad)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9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TRIMESTRIELLE DES COULEURS DES FDS: LA DOUANE BURKINABÈ AU RENDEZ-VOUS DU DEVOIR PATRIOTIQUE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Wakat Sera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12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 : LE PRÉSIDENT DE LA RÉPUBLIQUE S’ENTRETIENT AVEC LES MINISTRES EN CHARGE DE LA JUSTICE DES ETATS DE L’AES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ANP — Agence Nigérienne Presse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7 h UTC</a:t>
            </a:r>
            <a:endParaRPr lang="en-US" sz="1300" dirty="0"/>
          </a:p>
        </p:txBody>
      </p:sp>
      <p:pic>
        <p:nvPicPr>
          <p:cNvPr id="9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Mali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01752" cy="566928"/>
          </a:xfrm>
          <a:prstGeom prst="rect">
            <a:avLst/>
          </a:prstGeom>
          <a:solidFill>
            <a:srgbClr val="14B53A"/>
          </a:solidFill>
          <a:ln w="12700">
            <a:solidFill>
              <a:srgbClr val="14B5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3112" y="274320"/>
            <a:ext cx="301752" cy="566928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74320"/>
            <a:ext cx="301752" cy="566928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BENSON DIAKITÉ, ANCIENNE GRANDE VOIX DE RFI, EST MORT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RFI Afrique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17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LUTTE CONTRE LE TERRORISME À KAYES : LA POLICE FRAPPE AU CŒUR DES RÉSEAUX DE SOUTIEN LOGISTIQUE DES GAT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Maliactu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14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SÉCURITAIRE : PLUS DE 4.880 TERRORISTES NEUTRALISÉS ET 162 BASES DÉTRUITES PAR LES FAMA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AMAP — Agence Malienne Presse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17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PRESSE: LES FAMA ANNONCENT PLUS DE 4 880 COMBATTANTS TERRORISTES NEUTRALISÉS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Malijet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14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MALI-FAO : UN PARTENARIAT STRATÉGIQUE RENOUVELÉ AU SERVICE DE LA SOUVERAINETÉ ALIMENTAIRE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Mali 24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11 h UTC</a:t>
            </a:r>
            <a:endParaRPr lang="en-US" sz="1300" dirty="0"/>
          </a:p>
        </p:txBody>
      </p:sp>
      <p:pic>
        <p:nvPicPr>
          <p:cNvPr id="10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Mali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01752" cy="566928"/>
          </a:xfrm>
          <a:prstGeom prst="rect">
            <a:avLst/>
          </a:prstGeom>
          <a:solidFill>
            <a:srgbClr val="14B53A"/>
          </a:solidFill>
          <a:ln w="12700">
            <a:solidFill>
              <a:srgbClr val="14B5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3112" y="274320"/>
            <a:ext cx="301752" cy="566928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74320"/>
            <a:ext cx="301752" cy="566928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MALI-QATAR : LA COOPÉRATION SÉCURITAIRE AU CENTRE DES ÉCHANGES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Malijet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8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 DE LA CAF (2ᵉ TOUR RETOUR) : L’ES ZARZIS DÉJÀ SUR LE SOL BAMAKOIS, L’AS REAL SOUS PRESSION À DOMICILE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Maliactu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14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BANDIAGARA : LANCEMENT DES ACTIVITÉS DE LA 31ᵉ ÉDITION DU MOIS DE LA SOLIDARITÉ ET DE LA LUTTE CONTRE L’EXCLUSION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AMAP — Agence Malienne Presse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10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: L’OCLEI REMET SES RAPPORTS 2021 ET 2024 À ASSIMI GOÏTA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Malijet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9 h UTC</a:t>
            </a:r>
            <a:endParaRPr lang="en-US" sz="1300" dirty="0"/>
          </a:p>
        </p:txBody>
      </p:sp>
      <p:pic>
        <p:nvPicPr>
          <p:cNvPr id="10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III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Niger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05256" cy="188976"/>
          </a:xfrm>
          <a:prstGeom prst="rect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463296"/>
            <a:ext cx="905256" cy="188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652272"/>
            <a:ext cx="905256" cy="188976"/>
          </a:xfrm>
          <a:prstGeom prst="rect">
            <a:avLst/>
          </a:prstGeom>
          <a:solidFill>
            <a:srgbClr val="0DB02B"/>
          </a:solidFill>
          <a:ln w="12700">
            <a:solidFill>
              <a:srgbClr val="0DB0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OFFICIEL DE LA CARAVANE DE SENSIBILISATION ET DE FORMATION SUR LES BONNES PRATIQUES DE GREFFES ET PARQUETS ET L’ÉTABLISSEMENT DES PIÈCES D’EXÉCUTION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ANP — Agence Nigérienne Presse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20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CARBURANT : LE NIGER CHERCHE DES LEVIERS POUR SORTIR DE LA CRISE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Jeune Afrique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18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TAHOUA : LES AUTORITÉS RÉGIONALES PRENNENT PART À UNE PRIÈRE COLLECTIVE POUR LA PAIX ET LA SÉCURITÉ AU NIGER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ANP — Agence Nigérienne Presse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17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L’AIR DU TEMPS : EDUCATION À LA CRISE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 Sahel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9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RENTRÉE JUDICIAIRE 2026-2027 : LE PRÉSIDENT TIANI APPELLE LA JUSTICE À S’INSCRIRE DANS LA DYNAMIQUE DE LA REFONDATION…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Tamtaminfo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21 h UTC</a:t>
            </a:r>
            <a:endParaRPr lang="en-US" sz="1300" dirty="0"/>
          </a:p>
        </p:txBody>
      </p:sp>
      <p:pic>
        <p:nvPicPr>
          <p:cNvPr id="10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III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Niger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05256" cy="188976"/>
          </a:xfrm>
          <a:prstGeom prst="rect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463296"/>
            <a:ext cx="905256" cy="188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652272"/>
            <a:ext cx="905256" cy="188976"/>
          </a:xfrm>
          <a:prstGeom prst="rect">
            <a:avLst/>
          </a:prstGeom>
          <a:solidFill>
            <a:srgbClr val="0DB02B"/>
          </a:solidFill>
          <a:ln w="12700">
            <a:solidFill>
              <a:srgbClr val="0DB0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ALGERIA-NIGER ‘SECURITY PACT’: WHAT’S BEHIND ALGIERS’ MILITARY PUSH INTO THE SAHEL?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Africa Report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11 h UTC</a:t>
            </a:r>
            <a:endParaRPr lang="en-US" sz="1300" dirty="0"/>
          </a:p>
        </p:txBody>
      </p:sp>
      <p:pic>
        <p:nvPicPr>
          <p:cNvPr id="10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Ghana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05256" cy="188976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463296"/>
            <a:ext cx="905256" cy="188976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652272"/>
            <a:ext cx="905256" cy="188976"/>
          </a:xfrm>
          <a:prstGeom prst="rect">
            <a:avLst/>
          </a:prstGeom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SHOT DEAD BY GUNMEN AT CHURCH FUNERAL IN JORDAN, OFFICIALS SAY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JoyOnline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18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 WALEWALE CONSTITUENCY CONDEMNS PERSONAL ATTACKS AGAINST MP, URGES PARTY DISCIPLINE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JoyOnline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15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 TO STAGE LAND COMBAT FIREPOWER DEMONSTRATION AT BUNDASE ON OCTOBER 30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JoyOnline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16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PRÉSIDENT GHANÉEN AFFIRME QUE LE BARRAGE DE MEGECH, AU PAYS, INSPIRE LA RELANCE D'UN PROJET D'IRRIGATION ABANDONNÉ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AllAfrica (ET)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21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KUMADOE BLAMES FLAWED RECRUITMENT FOR PROBLEMS AT BNI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Ghanaian Times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16 h UTC</a:t>
            </a:r>
            <a:endParaRPr lang="en-US" sz="1300" dirty="0"/>
          </a:p>
        </p:txBody>
      </p:sp>
      <p:pic>
        <p:nvPicPr>
          <p:cNvPr id="10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Ghana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05256" cy="188976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463296"/>
            <a:ext cx="905256" cy="188976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652272"/>
            <a:ext cx="905256" cy="188976"/>
          </a:xfrm>
          <a:prstGeom prst="rect">
            <a:avLst/>
          </a:prstGeom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PAYS GH¢4.4BN TO SSNIT, SETTLES TIER-2 PENSION OBLIGATIONS – FINANCE MINISTER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GBC Ghana Online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15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OBUASI SHTS HEADMASTER RAPE CASE SENT TO ATTORNEY GENERAL’S OFFICE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Ghana Business News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6 h UTC</a:t>
            </a:r>
            <a:endParaRPr lang="en-US" sz="1300" dirty="0"/>
          </a:p>
        </p:txBody>
      </p:sp>
      <p:pic>
        <p:nvPicPr>
          <p:cNvPr id="10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05256" cy="113386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387706"/>
            <a:ext cx="905256" cy="113386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501091"/>
            <a:ext cx="905256" cy="113386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614477"/>
            <a:ext cx="905256" cy="113386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0" y="727862"/>
            <a:ext cx="905256" cy="113386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: AGRICULTURE, NUCLÉAIRE… LES DÉPUTÉS ADOPTENT QUATRE TEXTES STRATÉGIQUES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24heureinfo.com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17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/ LOI D’ORIENTATION AGRICOLE : LA MARCHE VERS LA SOUVERAINETÉ ALIMENTAIRE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 Nouveau Reporter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17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KLOTO : UNE DÉLÉGATION DE LA COOPÉRATION ALLEMANDE VISITE DES INITIATIVES DE DÉVELOPPEMENT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ATOP — Agence Togolaise Presse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14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ASSEMBLÉE NATIONALE : LA LOI D’ORIENTATION AGRICOLE ET TROIS TEXTES SUR LE NUCLÉAIRE ADOPTÉS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ATOP — Agence Togolaise Presse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14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: QUATRE CONSULTANTS RECHERCHÉS POUR LE DÉPLOIEMENT DU SYSTÈME E-GP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togoscoop.tg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10 h UTC</a:t>
            </a:r>
            <a:endParaRPr lang="en-US" sz="1300" dirty="0"/>
          </a:p>
        </p:txBody>
      </p:sp>
      <p:pic>
        <p:nvPicPr>
          <p:cNvPr id="12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05256" cy="113386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387706"/>
            <a:ext cx="905256" cy="113386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501091"/>
            <a:ext cx="905256" cy="113386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614477"/>
            <a:ext cx="905256" cy="113386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0" y="727862"/>
            <a:ext cx="905256" cy="113386"/>
          </a:xfrm>
          <a:prstGeom prst="rect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2027 AU TOGO : 2 684,1 MILLIARDS FCFA PRÉVUS, LES INVESTISSEMENTS CIBLÉS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24heureinfo.com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9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LOMÉ TRAQUE L'ARGENT SALE DE LA CRIMINALITÉ MARITIME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AllAfrica (TG)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9 h UTC</a:t>
            </a:r>
            <a:endParaRPr lang="en-US" sz="1300" dirty="0"/>
          </a:p>
        </p:txBody>
      </p:sp>
      <p:pic>
        <p:nvPicPr>
          <p:cNvPr id="12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Bénin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62102" cy="566928"/>
          </a:xfrm>
          <a:prstGeom prst="rect">
            <a:avLst/>
          </a:prstGeom>
          <a:solidFill>
            <a:srgbClr val="008751"/>
          </a:solidFill>
          <a:ln w="12700">
            <a:solidFill>
              <a:srgbClr val="0087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3462" y="274320"/>
            <a:ext cx="543154" cy="283464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3462" y="557784"/>
            <a:ext cx="543154" cy="283464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fait marquant relevé sur la période.</a:t>
            </a:r>
            <a:endParaRPr lang="en-US" sz="1300" dirty="0"/>
          </a:p>
        </p:txBody>
      </p:sp>
      <p:pic>
        <p:nvPicPr>
          <p:cNvPr id="10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VII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Guinée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01752" cy="566928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3112" y="274320"/>
            <a:ext cx="301752" cy="566928"/>
          </a:xfrm>
          <a:prstGeom prst="rect">
            <a:avLst/>
          </a:prstGeom>
          <a:solidFill>
            <a:srgbClr val="FCD116"/>
          </a:solidFill>
          <a:ln w="12700">
            <a:solidFill>
              <a:srgbClr val="FCD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74320"/>
            <a:ext cx="301752" cy="566928"/>
          </a:xfrm>
          <a:prstGeom prst="rect">
            <a:avLst/>
          </a:prstGeom>
          <a:solidFill>
            <a:srgbClr val="009460"/>
          </a:solidFill>
          <a:ln w="12700">
            <a:solidFill>
              <a:srgbClr val="009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CELLCOM GUINÉE : LA FESATEL ALERTE SUR LES SALAIRES IMPAYÉS ET RÉCLAME L’OUVERTURE URGENTE DE NÉGOCIATIONS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Guineematin.com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19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CONAKRY : TRAQUÉE PAR GPS, UNE MOTO VOLÉE PERMET LE DÉMANTÈLEMENT D’UNE CACHE D’ENGINS SUSPECTS À LAMBANYI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Guineematin.com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18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RIP » SUR SES PHOTOS : PATHÉ MOLOKO RÉAPPARAÎT ET LIVRE UN MESSAGE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Guinee7.com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12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DE MATOTO : MOHAMED SOUMAH LIBÉRÉ, LES COMMERÇANTS TOUJOURS SOUS PRESSION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Guinee7.com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10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L’AGRASC ANNONCE DES VENTES AUX ENCHÈRES PUBLIQUES DE VÉHICULES, DES MOTOS ET DE TÉLÉPHONES LE 11 NOVEMBRE 2026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Guineelive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22 octobre 2026, 17 h UTC</a:t>
            </a:r>
            <a:endParaRPr lang="en-US" sz="1300" dirty="0"/>
          </a:p>
        </p:txBody>
      </p:sp>
      <p:pic>
        <p:nvPicPr>
          <p:cNvPr id="10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VIII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Liberia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905256" cy="113386"/>
          </a:xfrm>
          <a:prstGeom prst="rect">
            <a:avLst/>
          </a:prstGeom>
          <a:solidFill>
            <a:srgbClr val="BF0A30"/>
          </a:solidFill>
          <a:ln w="12700">
            <a:solidFill>
              <a:srgbClr val="BF0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387706"/>
            <a:ext cx="905256" cy="1133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501091"/>
            <a:ext cx="905256" cy="113386"/>
          </a:xfrm>
          <a:prstGeom prst="rect">
            <a:avLst/>
          </a:prstGeom>
          <a:solidFill>
            <a:srgbClr val="BF0A30"/>
          </a:solidFill>
          <a:ln w="12700">
            <a:solidFill>
              <a:srgbClr val="BF0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614477"/>
            <a:ext cx="905256" cy="1133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0" y="727862"/>
            <a:ext cx="905256" cy="113386"/>
          </a:xfrm>
          <a:prstGeom prst="rect">
            <a:avLst/>
          </a:prstGeom>
          <a:solidFill>
            <a:srgbClr val="BF0A30"/>
          </a:solidFill>
          <a:ln w="12700">
            <a:solidFill>
              <a:srgbClr val="BF0A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LIBERIA: JUDGE CITES EVIDENCE IN FINDING NSA STAFF PETER BON JALLAH GUILTY OF STATUTORY RAPE, KIDNAPPING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FrontPageAfrica — Liberia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15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LIBERIA: COURT FINDS PETER BON JALLAH GUILTY OF STATUTORY RAPE, KIDNAPPING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FrontPageAfrica — Liberia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11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LIBERIA: WAR VICTIMS, SURVIVORS PROTEST AT COURT OFFICE, CAPITOL AS HOUSE CHAIRMAN PLEDGES TO PUT COURT BILL BEFORE PLENARY TUESDAY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FrontPageAfrica — Liberia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5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 FIRES TWO SOLDIERS OVER ASSAULT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 News Network Liberia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22 octobre 2026, 17 h UTC</a:t>
            </a:r>
            <a:endParaRPr lang="en-US" sz="1300" dirty="0"/>
          </a:p>
        </p:txBody>
      </p:sp>
      <p:pic>
        <p:nvPicPr>
          <p:cNvPr id="12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Sénégal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01752" cy="566928"/>
          </a:xfrm>
          <a:prstGeom prst="rect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3112" y="274320"/>
            <a:ext cx="301752" cy="566928"/>
          </a:xfrm>
          <a:prstGeom prst="rect">
            <a:avLst/>
          </a:prstGeom>
          <a:solidFill>
            <a:srgbClr val="FDEF42"/>
          </a:solidFill>
          <a:ln w="12700">
            <a:solidFill>
              <a:srgbClr val="FDEF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74320"/>
            <a:ext cx="301752" cy="566928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À TRAPPES ET À LA VERRIÈRE : QUI EST KÉVIN T., LE SUSPECT AUTEUR DE LA FUSILLADE ?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Seneweb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24 octobre 2026, 0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EBOLA AU NIGERIA, GRÈVE AU SÉNÉGAL, FRAPPE SUR UN MARCHÉ AU SOUDAN : L'HEBDO AFRIQUE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France 24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9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SÉNÉGAL: 14 MORTS ET 368 CAS DE DIPHTÉRIE DANS 13 RÉGIONS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Wakat Sera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22 octobre 2026, 15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MORTS DANS UNE COLLISION ENTRE UN CAMION ET UN MINICAR À NDANDE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APS — Agence Sénégalaise Presse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23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DU LOGEMENT AU SÉNÉGAL : 500 000 LOGEMENTS MANQUANTS, L’ÉTAT DÉVOILE SA STRATÉGIE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SeneNews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21 h UTC</a:t>
            </a:r>
            <a:endParaRPr lang="en-US" sz="1300" dirty="0"/>
          </a:p>
        </p:txBody>
      </p:sp>
      <p:pic>
        <p:nvPicPr>
          <p:cNvPr id="10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548640"/>
          </a:xfrm>
          <a:prstGeom prst="rect">
            <a:avLst/>
          </a:prstGeom>
          <a:solidFill>
            <a:srgbClr val="1F6B5E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34440" y="274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6B5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Sénégal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274320"/>
            <a:ext cx="301752" cy="566928"/>
          </a:xfrm>
          <a:prstGeom prst="rect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3112" y="274320"/>
            <a:ext cx="301752" cy="566928"/>
          </a:xfrm>
          <a:prstGeom prst="rect">
            <a:avLst/>
          </a:prstGeom>
          <a:solidFill>
            <a:srgbClr val="FDEF42"/>
          </a:solidFill>
          <a:ln w="12700">
            <a:solidFill>
              <a:srgbClr val="FDEF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74320"/>
            <a:ext cx="301752" cy="566928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274320"/>
            <a:ext cx="905256" cy="566928"/>
          </a:xfrm>
          <a:prstGeom prst="rect">
            <a:avLst/>
          </a:prstGeom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11292840" cy="0"/>
          </a:xfrm>
          <a:prstGeom prst="line">
            <a:avLst/>
          </a:prstGeom>
          <a:noFill/>
          <a:ln w="6350">
            <a:solidFill>
              <a:srgbClr val="A3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GRÈVE GÉNÉRALE : LE FSDT REVENDIQUE UNE FORTE MOBILISATION AU TROISIÈME JOUR DU MOUVEMENT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Pressafrik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21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 JOUR DE GRÈVE : LE FSDT SE FÉLICITE D'UNE MOBILISATION MASSIVE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Seneweb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21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🔴EN DIRECT - "KADDU LAMB" : SPÉCIAL COMBAT AMA BALDÉ VS LAC 2 - EUMEU SÈNE VS JACKSON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Pressafrik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21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​MÉDECIN BLESSÉ PAR BALLE À GUÉDIAWAYE : 48 HEURES DE GRÈVE ET UNE PROCÉDURE JUDICIAIRE ENCLENCHÉE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Pressafrik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23 octobre 2026, 14 h UTC</a:t>
            </a:r>
            <a:endParaRPr lang="en-US" sz="1300" dirty="0"/>
          </a:p>
          <a:p>
            <a:pPr marL="342900" indent="-342900">
              <a:spcBef>
                <a:spcPts val="800"/>
              </a:spcBef>
              <a:spcAft>
                <a:spcPts val="200"/>
              </a:spcAft>
              <a:buSzPct val="100000"/>
              <a:buChar char="❑"/>
            </a:pPr>
            <a:r>
              <a:rPr lang="en-US" sz="1400" b="1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VIOLENT ACCIDENT MORTEL S'EST PRODUIT CE VENDREDI VERS 21 HEURES SUR LA ROUTE KÉBÉMER-NDANDE.</a:t>
            </a:r>
            <a:endParaRPr lang="en-US" sz="1300" dirty="0"/>
          </a:p>
          <a:p>
            <a:pPr lvl="1" marL="685800" indent="-342900">
              <a:spcAft>
                <a:spcPts val="2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pPr indent="0" marL="0">
              <a:spcAft>
                <a:spcPts val="200"/>
              </a:spcAft>
              <a:buNone/>
            </a:pPr>
            <a:r>
              <a:rPr lang="en-US" sz="1300" u="sng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Seneweb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24 octobre 2026, 0 h UTC</a:t>
            </a:r>
            <a:endParaRPr lang="en-US" sz="1300" dirty="0"/>
          </a:p>
        </p:txBody>
      </p:sp>
      <p:pic>
        <p:nvPicPr>
          <p:cNvPr id="10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DCD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MERCI</a:t>
            </a:r>
            <a:endParaRPr lang="en-US" sz="6000" dirty="0"/>
          </a:p>
        </p:txBody>
      </p:sp>
      <p:pic>
        <p:nvPicPr>
          <p:cNvPr id="3" name="Image 0" descr="/home/runner/work/SentiqS/SentiqS/scripts/assets/grsci/logo-grs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89320"/>
            <a:ext cx="548640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08960" y="6217920"/>
            <a:ext cx="4206240" cy="329184"/>
          </a:xfrm>
          <a:prstGeom prst="rect">
            <a:avLst/>
          </a:prstGeom>
          <a:noFill/>
          <a:ln w="9525">
            <a:solidFill>
              <a:srgbClr val="1F6B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roupe des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esponsables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ûreté de 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ôte d'</a:t>
            </a:r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418320" y="6309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24/10/26   |  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Rencontre mensuelle G.R.S.CI — 24 octobre 2026</dc:title>
  <dc:subject>PptxGenJS Presentation</dc:subject>
  <dc:creator>SentiqS</dc:creator>
  <cp:lastModifiedBy>SentiqS</cp:lastModifiedBy>
  <cp:revision>1</cp:revision>
  <dcterms:created xsi:type="dcterms:W3CDTF">2026-10-24T01:53:35Z</dcterms:created>
  <dcterms:modified xsi:type="dcterms:W3CDTF">2026-10-24T01:53:35Z</dcterms:modified>
</cp:coreProperties>
</file>