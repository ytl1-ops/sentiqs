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couverture-abidj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1795760" cy="585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28600"/>
            <a:ext cx="75895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RENCONTRE MENSUELLE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G.R.S.CI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1600200"/>
            <a:ext cx="576072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0" y="5486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OCTOBRE 2026</a:t>
            </a:r>
            <a:endParaRPr lang="en-US" sz="2000" dirty="0"/>
          </a:p>
        </p:txBody>
      </p:sp>
      <p:pic>
        <p:nvPicPr>
          <p:cNvPr id="6" name="Image 1" descr="/home/runner/work/SentiqS/SentiqS/scripts/assets/grsci/afri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6172200"/>
            <a:ext cx="548640" cy="548640"/>
          </a:xfrm>
          <a:prstGeom prst="rect">
            <a:avLst/>
          </a:prstGeom>
        </p:spPr>
      </p:pic>
      <p:pic>
        <p:nvPicPr>
          <p:cNvPr id="7" name="Image 2" descr="/home/runner/work/SentiqS/SentiqS/scripts/assets/grsci/logo-grsc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TABLE DES MATIÈRES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532120" cy="475488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MARQUANTS EN CÔTE D'IVOIRE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Manifestation anti 4e mandat : le présumé assassin du gendarme Dani…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ET HUMANITAIRE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d’Ivoire: de faux QR codes piègent les usagers du mobile money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143000"/>
            <a:ext cx="5532120" cy="475488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1887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 SOUS-RÉGIONALES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· confiance moyenne · 7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· confiance faible · 9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MARRON · confiance moyenne · 1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· confiance faible · 2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· confiance faible · 5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· confiance faible · 1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· confiance faible · 4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· confiance faible · 0 fait(s)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❑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· confiance moyenne · 12 fait(s)</a:t>
            </a:r>
            <a:endParaRPr lang="en-US" sz="1100" dirty="0"/>
          </a:p>
        </p:txBody>
      </p:sp>
      <p:pic>
        <p:nvPicPr>
          <p:cNvPr id="11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CD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carte-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6400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FAITS MARQUANTS EN CÔTE D'IVOIRE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206240" y="4846320"/>
            <a:ext cx="374904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pic>
        <p:nvPicPr>
          <p:cNvPr id="5" name="Image 1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 BREF — CÔTE D'IVOIRE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2560320" cy="822960"/>
          </a:xfrm>
          <a:prstGeom prst="rect">
            <a:avLst/>
          </a:prstGeom>
          <a:solidFill>
            <a:srgbClr val="CA8A0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1887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modéré · score 18.8/100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faible — incident vérifié le plus récent : 114 jours ; aucun signal du jour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en baisse de 1 cran depuis le 2026-09-12.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PORTE LE NIVEAU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securitaire preventif regions nord Hambol/Poro — 29/06/2026 06h00 (114 j)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transfrontaliere nord (frontieres Burkina Faso et Mali, Savanes, Zanzan) — FCDO — revu 2026-10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jaune (modéré, 18.8/100),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114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en baisse de 1 cran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fait(s) au-dessus du normal dans les 36 dernières heures.</a:t>
            </a:r>
            <a:endParaRPr lang="en-US" sz="1200" dirty="0"/>
          </a:p>
        </p:txBody>
      </p:sp>
      <p:pic>
        <p:nvPicPr>
          <p:cNvPr id="16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POLITIQUE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— 1 FAIT(S) DE LA FENÊTRE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Manifestation anti 4e mandat : le présumé assassin du gendarme Daniogo Klênon, arrêté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Linfodrome · 20/10 20h UTC · niveau élevé · Probable</a:t>
            </a:r>
            <a:endParaRPr lang="en-US" sz="1400" dirty="0"/>
          </a:p>
        </p:txBody>
      </p:sp>
      <p:pic>
        <p:nvPicPr>
          <p:cNvPr id="11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SOCIAL ET HUMANITAIRE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— 1 FAIT(S) DE LA FENÊTRE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d’Ivoire: de faux QR codes piègent les usagers du mobile money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Wakat Sera · 20/10 11h UTC · niveau modéré · Probable</a:t>
            </a:r>
            <a:endParaRPr lang="en-US" sz="1400" dirty="0"/>
          </a:p>
        </p:txBody>
      </p:sp>
      <p:pic>
        <p:nvPicPr>
          <p:cNvPr id="11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DCD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afr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6400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DYNAMIQUES RÉGIONALES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206240" y="4846320"/>
            <a:ext cx="374904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pic>
        <p:nvPicPr>
          <p:cNvPr id="5" name="Image 1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TABLEAU RÉGIONAL — NIVEAUX D'ALERTE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097280"/>
                <a:gridCol w="1737360"/>
                <a:gridCol w="109728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Burkina Faso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Bénin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Sénégal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niveau « jaune » n'est pas l'absence de risque : lire la confiance avant le niveau.</a:t>
            </a:r>
            <a:endParaRPr lang="en-US" sz="1200" dirty="0"/>
          </a:p>
        </p:txBody>
      </p:sp>
      <p:pic>
        <p:nvPicPr>
          <p:cNvPr id="7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Burkina Faso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283464"/>
          </a:xfrm>
          <a:prstGeom prst="rect">
            <a:avLst/>
          </a:prstGeom>
          <a:solidFill>
            <a:srgbClr val="EF2B2D"/>
          </a:solidFill>
          <a:ln w="12700">
            <a:solidFill>
              <a:srgbClr val="EF2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557784"/>
            <a:ext cx="905256" cy="283464"/>
          </a:xfrm>
          <a:prstGeom prst="rect">
            <a:avLst/>
          </a:prstGeom>
          <a:solidFill>
            <a:srgbClr val="009E49"/>
          </a:solidFill>
          <a:ln w="12700">
            <a:solidFill>
              <a:srgbClr val="009E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sentimentalisme, c’est fini » : au Burkina Faso, Ibrahim Traoré rétablit la peine de mort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 Afrique · 21/10 09h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 : la peine de mort rétablie dans le nouveau Code pénal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Maliactu · 21/10 08h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 : le parlement vote le rétablissement de la peine de mort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Africanews — Chaine panafricaine · 21/10 07h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Faso: la junte au pouvoir rétablit la peine de mort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Afrique · 21/10 03h UTC · niveau critique · Confirmé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rouge (grave, 89/100), confiance moyenne.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114 jours ; 2 signaux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fait(s) au-dessus du normal dans les 36 dernières heures.</a:t>
            </a:r>
            <a:endParaRPr lang="en-US" sz="1200" dirty="0"/>
          </a:p>
        </p:txBody>
      </p:sp>
      <p:pic>
        <p:nvPicPr>
          <p:cNvPr id="13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Mali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14B53A"/>
          </a:solidFill>
          <a:ln w="12700">
            <a:solidFill>
              <a:srgbClr val="14B5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Abyei : Alourdissement du bilan et tensions diplomatiques après une frappe aérienne dans la zone contestée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Maliactu · 21/10 06h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Massacre au Mali : l’État islamique s’attaque à la communauté idaksahak dans la région de Ménaka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 Afrique · 20/10 16h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: une quarantaine de civils tuée dans un camp dans la région de Menaka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fr.saharamedias.net · 20/10 14h UTC · niveau critique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40 civilians killed in Mali attack blamed on Islamic State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Africanews · 20/10 12h UTC · niveau critique · Probable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rouge (grave, 84.7/100),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114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fait(s) au-dessus du normal dans les 36 dernières heures.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Niger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DB02B"/>
          </a:solidFill>
          <a:ln w="12700">
            <a:solidFill>
              <a:srgbClr val="0DB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7C2D1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Diffa : VND/NUR, des rives du lac Tchad à l’action humanitaire, la résilience, la paix et le développement.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— Agence Nigérienne Presse · 20/10 22h UTC · niveau élevé · Probable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marron (critique, 70.1/100), confiance moyenne.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112 jours ; 1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plafonné : niveau borne au marron : le point qui ferait passer au rouge vient d'un article seul, ni recoupe par une seconde source ni critique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fait(s) au-dessus du normal dans les 36 dernières heures.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Ghana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pupils killed as van crashes into children in Aboabo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JoyOnline · 21/10 06h UTC · niveau critique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groups condemn Obuasi SHTS sexual abuse scandal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Business News · 21/10 06h UTC · niveau modéré · Non confirmé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orange (élevé, 36.8/100),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114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fait(s) au-dessus du normal dans les 36 dernières heures.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Togo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87706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01091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14477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727862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: Entre deux sourds : l’impasse togolaise en grand format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Actualite · 20/10 15h UTC · niveau élevé ·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Togo- Les leaders du CNCC invités à reporter leur meeting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Icilome · 21/10 06h UTC · niveau modéré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agroalimentaires : Le Togo engagé à traduire la Déclaration de Kampala en actions concrètes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Togo-Presse · 20/10 20h UTC · niveau modéré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Lomé : une flèche verte aux feux tricolores pour fluidifier la circulation et sécuriser les carrefours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Reporter · 20/10 16h UTC · niveau modéré · Non confirmé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orange (élevé, 41.8/100),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115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fait(s) au-dessus du normal dans les 36 dernières heures.</a:t>
            </a:r>
            <a:endParaRPr lang="en-US" sz="1200" dirty="0"/>
          </a:p>
        </p:txBody>
      </p:sp>
      <p:pic>
        <p:nvPicPr>
          <p:cNvPr id="16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Bénin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62102" cy="566928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3462" y="274320"/>
            <a:ext cx="543154" cy="2834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3462" y="557784"/>
            <a:ext cx="543154" cy="283464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CA8A0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braquage aux incantations, un guérisseur cueilli par la Police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Wakat Sera · 20/10 11h UTC · niveau modéré · Probable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jaune (modéré, 18.8/100),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114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fait(s) au-dessus du normal dans les 36 dernières heures.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source capable d'alerter : lecture à recouper.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Guinée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460"/>
          </a:solidFill>
          <a:ln w="12700">
            <a:solidFill>
              <a:srgbClr val="009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CA8A0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 : LA HAC S’ATTAQUE À LA PROLIFÉRATION ILLÉGALE DES WEB TV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24 · 20/10 13h UTC · niveau critique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Kindia : un accident de bus fait deux morts et 34 blessés à Séguéya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Guineelive · 19/10 23h UTC · niveau élevé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Lélouma : des écoles fermées par manque d’enseignants, plus de 500 élèves privés de scolarité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Guineematin.com · 20/10 22h UTC · niveau modéré · Non confirmé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OGP : « Écouter sans perdre de temps », Mohamed Bang’s Bangoura fixe le cap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Guinee7.com · 20/10 14h UTC · niveau modéré · Non confirmé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jaune (modéré, 25.3/100),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112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fait(s) au-dessus du normal dans les 36 dernières heures.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Liberia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87706"/>
            <a:ext cx="905256" cy="1133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01091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14477"/>
            <a:ext cx="905256" cy="1133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727862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CA8A0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fait au-dessus du normal dans la fenêtre.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jaune (modéré, 18.8/100), confiance faible.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204 jours ; aucun signal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fait au-dessus du niveau normal dans la fenêtre : cela ne veut pas dire qu'il ne s'est rien passé.</a:t>
            </a:r>
            <a:endParaRPr lang="en-US" sz="1200" dirty="0"/>
          </a:p>
        </p:txBody>
      </p:sp>
      <p:pic>
        <p:nvPicPr>
          <p:cNvPr id="16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Sénégal : situation au 21/10/26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DEF42"/>
          </a:solidFill>
          <a:ln w="12700">
            <a:solidFill>
              <a:srgbClr val="FDEF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Grève générale : l’État brandit les sanctions, un inspecteur du travail précise les règles…le bras de fer social prend une tournure juridique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 Actu · 21/10 08h UTC · niveau élevé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: un appel à la grève des travailleurs qui inquiète le pouvoir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Africanews — Chaine panafricaine · 21/10 07h UTC · niveau élevé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grève générale de 72 heures au menu des quotidiens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— Agence Sénégalaise Presse · 21/10 07h UTC · niveau élevé · Probable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Sénégal: des centaines de travailleurs se mobilisent avant une grève générale annoncée pour trois jours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Afrique · 20/10 20h UTC · niveau élevé · Probable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92840" cy="1600200"/>
          </a:xfrm>
          <a:prstGeom prst="rect">
            <a:avLst/>
          </a:prstGeom>
          <a:solidFill>
            <a:srgbClr val="E5E7E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— lecture automatique, à valider par l'analyste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orange (élevé, 36.8/100), confiance moyenne.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: incident vérifié le plus récent : 113 jours ; 5 signaux du jour.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stable depuis le 2026-09-12.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fait(s) au-dessus du normal dans les 36 dernières heures.</a:t>
            </a:r>
            <a:endParaRPr lang="en-US" sz="1200" dirty="0"/>
          </a:p>
        </p:txBody>
      </p:sp>
      <p:pic>
        <p:nvPicPr>
          <p:cNvPr id="14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CE QUE NOUS NE SAVONS 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0972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 : une seule source capable d'alerter ;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 : socle de plus de 90 jours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: socle de plus de 90 jours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pays listé n'est pas plus dangereux : c'est un pays que l'outil voit mal. « Confirmé » veut dire recoupé par une seconde source, pas confirmé officiellement.</a:t>
            </a:r>
            <a:endParaRPr lang="en-US" sz="1200" dirty="0"/>
          </a:p>
        </p:txBody>
      </p:sp>
      <p:pic>
        <p:nvPicPr>
          <p:cNvPr id="7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21/10/26   |  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Rencontre mensuelle G.R.S.CI — 21 octobre 2026</dc:title>
  <dc:subject>PptxGenJS Presentation</dc:subject>
  <dc:creator>SentiqS</dc:creator>
  <cp:lastModifiedBy>SentiqS</cp:lastModifiedBy>
  <cp:revision>1</cp:revision>
  <dcterms:created xsi:type="dcterms:W3CDTF">2026-10-21T08:49:38Z</dcterms:created>
  <dcterms:modified xsi:type="dcterms:W3CDTF">2026-10-21T08:49:38Z</dcterms:modified>
</cp:coreProperties>
</file>