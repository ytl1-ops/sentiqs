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fr.allafrica.com/stories/202610220680.html" TargetMode="External"/><Relationship Id="rId2" Type="http://schemas.openxmlformats.org/officeDocument/2006/relationships/hyperlink" Target="https://fr.allafrica.com/stories/202610220144.html" TargetMode="External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fr.allafrica.com/stories/202610220451.html" TargetMode="External"/><Relationship Id="rId2" Type="http://schemas.openxmlformats.org/officeDocument/2006/relationships/hyperlink" Target="https://faso7.com/2026/10/22/aeroport-international-de-ouagadougou-la-safa-renforce-la-preparation-aux-situations-durgence/" TargetMode="External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maliactu.net/greve-jugee-hors-cadre-a-kolokani-ladministration-scolaire-fixe-un-ultimatum-aux-enseignants-communautaires/" TargetMode="External"/><Relationship Id="rId2" Type="http://schemas.openxmlformats.org/officeDocument/2006/relationships/hyperlink" Target="https://malijet.com/flash-info/312459-coup-de-force-a-la-frontiere-larmee-algerienne-ferme-tinz.html" TargetMode="External"/><Relationship Id="rId3" Type="http://schemas.openxmlformats.org/officeDocument/2006/relationships/hyperlink" Target="https://maliactu.net/cybercriminalite-interpol-devoile-le-bilan-denvergure-de-loperation-serengeti-iii-en-afrique/" TargetMode="External"/><Relationship Id="rId4" Type="http://schemas.openxmlformats.org/officeDocument/2006/relationships/hyperlink" Target="https://maliactu.net/mopti-le-pari-du-retour-au-pays-ou-comment-40-familles-reinventent-leur-avenir-dans-le-centre-du-mali/" TargetMode="External"/><Relationship Id="rId5" Type="http://schemas.openxmlformats.org/officeDocument/2006/relationships/hyperlink" Target="https://www.jeuneafrique.com/1854322/politique/mali-les-raisons-des-tensions-entre-ismael-wague-et-sekou-bolly/" TargetMode="External"/><Relationship Id="rId6" Type="http://schemas.openxmlformats.org/officeDocument/2006/relationships/image" Target="../media/image-7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://www.africanews.com/2026/10/22/swiss-and-austrian-women-in-libya-after-release-from-niger-kidnap-ordeal/" TargetMode="External"/><Relationship Id="rId2" Type="http://schemas.openxmlformats.org/officeDocument/2006/relationships/hyperlink" Target="https://anp.ne/projet-de-gestion-durable-des-dechets-et-de-reduction-des-polluants-la-boad-evalue-a-niamey-letat-davancement-de-lexecution-du-projet/" TargetMode="External"/><Relationship Id="rId3" Type="http://schemas.openxmlformats.org/officeDocument/2006/relationships/hyperlink" Target="https://anp.ne/niger-le-president-de-la-republique-preside-la-ceremonie-officielle-de-la-rentree-judicaire-2026-2027/" TargetMode="External"/><Relationship Id="rId4" Type="http://schemas.openxmlformats.org/officeDocument/2006/relationships/hyperlink" Target="https://anp.ne/rentree-judiciaire-2026-2027-le-president-tiani-exhorte-les-acteurs-du-domaine-a-sinscrire-dans-la-dynamique-de-la-refondation-nationale/" TargetMode="External"/><Relationship Id="rId5" Type="http://schemas.openxmlformats.org/officeDocument/2006/relationships/hyperlink" Target="https://www.lesahel.org/au-palais-de-la-presidence-le-chef-de-letat-recoit-lartiste-senegalaise-coumba-gawlo-seck/" TargetMode="External"/><Relationship Id="rId6" Type="http://schemas.openxmlformats.org/officeDocument/2006/relationships/image" Target="../media/image-8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yjoyonline.com/kpandai-one-reportedly-killed-in-kumdi-farmland-dispute/" TargetMode="External"/><Relationship Id="rId2" Type="http://schemas.openxmlformats.org/officeDocument/2006/relationships/hyperlink" Target="https://www.gbcghanaonline.com/general/naimos-vows/2026/" TargetMode="External"/><Relationship Id="rId3" Type="http://schemas.openxmlformats.org/officeDocument/2006/relationships/hyperlink" Target="https://www.gbcghanaonline.com/news/education/ges-to-reopen-obuasi-shts-next-week-after-august-violence/2026/" TargetMode="External"/><Relationship Id="rId4" Type="http://schemas.openxmlformats.org/officeDocument/2006/relationships/hyperlink" Target="https://www.ghanabusinessnews.com/2026/10/23/obuasi-shts-headmaster-rape-case-sent-to-attorney-generals-office/" TargetMode="External"/><Relationship Id="rId5" Type="http://schemas.openxmlformats.org/officeDocument/2006/relationships/image" Target="../media/image-9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togoactualite.com/togo-31-7-milliards-fcfa-pour-desenclaver-les-savanes-des-travaux-abandonnes-ou-mal-faits/" TargetMode="External"/><Relationship Id="rId2" Type="http://schemas.openxmlformats.org/officeDocument/2006/relationships/hyperlink" Target="https://24heureinfo.com/sante/togo-407-personnes-operees-gratuitement-de-la-cataracte-a-lome-cap-sur-kara/" TargetMode="External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24heureinfo.com/afrique/port-de-cotonou-lenlevement-des-marchandises-week-ends/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uinee7.com/2026/10/22/kindia-une-dispute-autour-dun-suppose-rival-vire-au-meurtre-le-suspect-raconte/" TargetMode="External"/><Relationship Id="rId2" Type="http://schemas.openxmlformats.org/officeDocument/2006/relationships/hyperlink" Target="https://guineematin.com/2026/10/23/telimele-le-prefet-mobilise-les-cadres-autour-de-la-securite-et-de-la-gestion-des-biens-publics/?utm_source=rss&amp;utm_medium=rss&amp;utm_campaign=telimele-le-prefet-mobilise-les-cadres-autour-de-la-securite-et-de-la-gestion-des-biens-publics" TargetMode="External"/><Relationship Id="rId3" Type="http://schemas.openxmlformats.org/officeDocument/2006/relationships/hyperlink" Target="https://guineelive.com/2026/10/22/agrasc-annonce-des-ventes-aux-encheres-publiques-de-vehicules-des-motos-et-de-telephones-le-11-novembre-2026/" TargetMode="External"/><Relationship Id="rId4" Type="http://schemas.openxmlformats.org/officeDocument/2006/relationships/hyperlink" Target="https://guineelive.com/2026/10/22/crief-mamadou-saliou-diakite-succede-a-francis-kova-zoumanigui-au-poste-de-president/" TargetMode="External"/><Relationship Id="rId5" Type="http://schemas.openxmlformats.org/officeDocument/2006/relationships/image" Target="../media/image-1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frontpageafricaonline.com/liberia-war-victims-survivors-protest-at-court-office-capitol-as-house-chairman-pledges-to-put-court-bill-before-plenary-tuesday/" TargetMode="External"/><Relationship Id="rId2" Type="http://schemas.openxmlformats.org/officeDocument/2006/relationships/hyperlink" Target="https://gnnliberia.com/afl-fires-two-soldiers-over-assault/" TargetMode="Externa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akaractu.com/Mamadou-Gueye-ancien-Directeur-des-domaines-reste-libre-Coup-d-arret-de-la-Cour-supreme-au-recours-contre-sa-liberte_a277338.html" TargetMode="External"/><Relationship Id="rId2" Type="http://schemas.openxmlformats.org/officeDocument/2006/relationships/hyperlink" Target="https://www.wakatsera.com/senegal-14-morts-et-368-cas-de-diphterie-dans-13-regions/" TargetMode="External"/><Relationship Id="rId3" Type="http://schemas.openxmlformats.org/officeDocument/2006/relationships/hyperlink" Target="https://www.seneweb.com/fr/news/Societe/en-garde-a-vue-lavocat-de-diodio-glow-skin-alerte-sur-son-etat-de-sante_n_999001476.html" TargetMode="External"/><Relationship Id="rId4" Type="http://schemas.openxmlformats.org/officeDocument/2006/relationships/hyperlink" Target="https://www.senenews.com/actualites/societe/alerte-aux-utilisateurs-voici-la-nouvelle-vague-de-tentatives-darnaques-sur-la-messagerie-whatsapp_603679.html" TargetMode="External"/><Relationship Id="rId5" Type="http://schemas.openxmlformats.org/officeDocument/2006/relationships/hyperlink" Target="https://www.seneweb.com/fr/news/Justice/mbour-jai-lhabitude-de-coucher-avec-les-femmes-de-mes-freres_n_999001479.html" TargetMode="External"/><Relationship Id="rId6" Type="http://schemas.openxmlformats.org/officeDocument/2006/relationships/image" Target="../media/image-14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r.allafrica.com/stories/202610220692.html" TargetMode="External"/><Relationship Id="rId2" Type="http://schemas.openxmlformats.org/officeDocument/2006/relationships/hyperlink" Target="https://www.senenews.com/actualites/debat-televise-sur-la-lfr-la-reponse-du-premier-ministre-al-aminou-lo-a-ousmane-sonko_603680.html" TargetMode="External"/><Relationship Id="rId3" Type="http://schemas.openxmlformats.org/officeDocument/2006/relationships/hyperlink" Target="https://thepoint.gm/africa/gambia/headlines/senegalese-workers-march-against-rising-living-costs-ahead-of-general-strike" TargetMode="External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couverture-abidj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1795760" cy="5852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0" y="228600"/>
            <a:ext cx="758952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RENCONTRE MENSUELLE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G.R.S.CI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1600200"/>
            <a:ext cx="576072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89520" y="54864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OCTOBRE 2026</a:t>
            </a:r>
            <a:endParaRPr lang="en-US" sz="2000" dirty="0"/>
          </a:p>
        </p:txBody>
      </p:sp>
      <p:pic>
        <p:nvPicPr>
          <p:cNvPr id="6" name="Image 1" descr="/home/runner/work/SentiqS/SentiqS/scripts/assets/grsci/afriq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6172200"/>
            <a:ext cx="548640" cy="548640"/>
          </a:xfrm>
          <a:prstGeom prst="rect">
            <a:avLst/>
          </a:prstGeom>
        </p:spPr>
      </p:pic>
      <p:pic>
        <p:nvPicPr>
          <p:cNvPr id="7" name="Image 2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u="sng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 TABLE DES MATIÈRES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553212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FAITS MARQUANTS EN CÔTE D'IVOIRE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AGRO-INDUSTRIE/BRUNO KONÉ - « LA TRANSFORMATION NE SE FERA PAS SANS LES ACTEURS D…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ATTENDUE SUR L'ÉLECTION DE TIDJANE THIAM À LA TÊTE DU PARTI D'OPPOSITION…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53212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DYNAMIQUES SOUS-RÉGIONALES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RÉTABLIT LA PEINE DE MORT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GRÈVE JUGÉE HORS-CADRE À KOLOKANI : L’ADMINISTRATION SCOLAIRE FIXE UN ULTIMATUM A…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AND AUSTRIAN WOMEN IN LIBYA AFTER RELEASE FROM NIGER KIDNAP ORDEAL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KPANDAI: ONE REPORTEDLY KILLED IN KUMDI FARMLAND DISPUTE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TOGO- 31, 7 MILLIARDS FCFA POUR DÉSENCLAVER LES SAVANES : DES TRAVAUX ABANDONNÉS 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BÉNIN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 COTONOU : L’ENLÈVEMENT DES MARCHANDISES DÉSORMAIS POSSIBLE LES WEEK-ENDS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KINDIA : UNE DISPUTE AUTOUR D’UN SUPPOSÉ RIVAL VIRE AU MEURTRE, LE SUSPECT RACONTE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LIBERIA: WAR VICTIMS, SURVIVORS PROTEST AT COURT OFFICE, CAPITOL AS HOUSE CHAIRMA…</a:t>
            </a:r>
            <a:endParaRPr lang="en-US" sz="9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❑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MAMADOU GUÈYE ANCIEN DIRECTEUR DES DOMAINES RESTE LIBRE : COUP D'ARRÊT DE LA COUR…</a:t>
            </a:r>
            <a:endParaRPr lang="en-US" sz="900" dirty="0"/>
          </a:p>
        </p:txBody>
      </p:sp>
      <p:pic>
        <p:nvPicPr>
          <p:cNvPr id="11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carte-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FAITS MARQUANTS EN CÔTE D'IVOIRE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5" name="Image 1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u="sng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 SÉCURITÉ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12700">
            <a:solidFill>
              <a:srgbClr val="009E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AGRO-INDUSTRIE/BRUNO KONÉ - « LA TRANSFORMATION NE SE FERA PAS SANS LES ACTEURS DU SECTEUR INFORMEL »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(CI)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22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ATTENDUE SUR L'ÉLECTION DE TIDJANE THIAM À LA TÊTE DU PARTI D'OPPOSITION PDCI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(CI)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8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afr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DYNAMIQUES RÉGIONALES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5" name="Image 1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Burkina Faso : situation Fin octobre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283464"/>
          </a:xfrm>
          <a:prstGeom prst="rect">
            <a:avLst/>
          </a:prstGeom>
          <a:solidFill>
            <a:srgbClr val="EF2B2D"/>
          </a:solidFill>
          <a:ln w="12700">
            <a:solidFill>
              <a:srgbClr val="EF2B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557784"/>
            <a:ext cx="905256" cy="283464"/>
          </a:xfrm>
          <a:prstGeom prst="rect">
            <a:avLst/>
          </a:prstGeom>
          <a:solidFill>
            <a:srgbClr val="009E49"/>
          </a:solidFill>
          <a:ln w="12700">
            <a:solidFill>
              <a:srgbClr val="009E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RÉTABLIT LA PEINE DE MORT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(BF)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AÉROPORT INTERNATIONAL DE OUAGADOUGOU : LA SAFA RENFORCE LA PRÉPARATION AUX SITUATIONS D’URGENCE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Faso7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16 h UTC</a:t>
            </a:r>
            <a:endParaRPr lang="en-US" sz="1300" dirty="0"/>
          </a:p>
        </p:txBody>
      </p:sp>
      <p:pic>
        <p:nvPicPr>
          <p:cNvPr id="9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14B53A"/>
          </a:solidFill>
          <a:ln w="12700">
            <a:solidFill>
              <a:srgbClr val="14B5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GRÈVE JUGÉE HORS-CADRE À KOLOKANI : L’ADMINISTRATION SCOLAIRE FIXE UN ULTIMATUM AUX ENSEIGNANTS COMMUNAUTAIRES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 DE FORCE À LA FRONTIÈRE : L'ARMÉE ALGÉRIENNE FERME TINZAOUATEN ET TIMIAOUINE POUR TRAQUER LES TRAFIQUANTS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Malijet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CYBERCRIMINALITÉ : INTERPOL DÉVOILE LE BILAN D’ENVERGURE DE L’OPÉRATION « SERENGETI III » EN AFRIQUE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19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MOPTI : LE PARI DU RETOUR AU PAYS, OU COMMENT 40 FAMILLES RÉINVENTENT LEUR AVENIR DANS LE CENTRE DU MALI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18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LES RAISONS DES TENSIONS ENTRE ISMAËL WAGUÉ ET SÉKOU BOLLY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Jeune Afrique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7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Niger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88976"/>
          </a:xfrm>
          <a:prstGeom prst="rect">
            <a:avLst/>
          </a:prstGeom>
          <a:solidFill>
            <a:srgbClr val="E05206"/>
          </a:solidFill>
          <a:ln w="12700">
            <a:solidFill>
              <a:srgbClr val="E052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463296"/>
            <a:ext cx="905256" cy="1889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652272"/>
            <a:ext cx="905256" cy="188976"/>
          </a:xfrm>
          <a:prstGeom prst="rect">
            <a:avLst/>
          </a:prstGeom>
          <a:solidFill>
            <a:srgbClr val="0DB02B"/>
          </a:solidFill>
          <a:ln w="12700">
            <a:solidFill>
              <a:srgbClr val="0DB0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AND AUSTRIAN WOMEN IN LIBYA AFTER RELEASE FROM NIGER KIDNAP ORDEAL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Africanews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GESTION DURABLE DES DÉCHETS ET DE RÉDUCTION DES POLLUANTS : LA BOAD ÉVALUE À NIAMEY L’ÉTAT D’AVANCEMENT DE L’ÉXECUTION DU PROJET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ANP — Agence Nigérienne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 : LE PRÉSIDENT DE LA RÉPUBLIQUE PRÉSIDE LA CÉRÉMONIE OFFICIELLE DE LA RENTRÉE JUDICAIRE 2026-2027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ANP — Agence Nigérienne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RENTRÉE JUDICIAIRE 2026-2027 : LE PRÉSIDENT TIANI EXHORTE LES ACTEURS DU DOMAINE À S’INSCRIRE DANS LA DYNAMIQUE DE LA REFONDATION NATIONALE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ANP — Agence Nigérienne Presse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14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PALAIS DE LA PRÉSIDENCE : LE CHEF DE L’ETAT REÇOIT L’ARTISTE SÉNÉGALAISE COUMBA GAWLO SECK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 Sahel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8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IV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Ghana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88976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463296"/>
            <a:ext cx="905256" cy="188976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652272"/>
            <a:ext cx="905256" cy="18897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KPANDAI: ONE REPORTEDLY KILLED IN KUMDI FARMLAND DISPUTE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JoyOnline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NAIMOS VOWS SELF-DEFENCE AGAINST HOSTILE ATTACKS AS ANTI-GALAMSEY OPERATIONS INTENSIFY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GBC Ghana Online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 TO REOPEN OBUASI SHTS NEXT WEEK AFTER AUGUST VIOLENCE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GBC Ghana Online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4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OBUASI SHTS HEADMASTER RAPE CASE SENT TO ATTORNEY GENERAL’S OFFICE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Ghana Business 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6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87706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01091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614477"/>
            <a:ext cx="905256" cy="113386"/>
          </a:xfrm>
          <a:prstGeom prst="rect">
            <a:avLst/>
          </a:prstGeom>
          <a:solidFill>
            <a:srgbClr val="FFCE00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81360" y="727862"/>
            <a:ext cx="905256" cy="113386"/>
          </a:xfrm>
          <a:prstGeom prst="rect">
            <a:avLst/>
          </a:prstGeom>
          <a:solidFill>
            <a:srgbClr val="006A4E"/>
          </a:solidFill>
          <a:ln w="12700">
            <a:solidFill>
              <a:srgbClr val="006A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TOGO- 31, 7 MILLIARDS FCFA POUR DÉSENCLAVER LES SAVANES : DES TRAVAUX ABANDONNÉS OU MAL FAITS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Togo Actualite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407 PERSONNES OPÉRÉES GRATUITEMENT DE LA CATARACTE À LOMÉ, CAP SUR KARA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24heureinfo.com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7 h UTC</a:t>
            </a:r>
            <a:endParaRPr lang="en-US" sz="1300" dirty="0"/>
          </a:p>
        </p:txBody>
      </p:sp>
      <p:pic>
        <p:nvPicPr>
          <p:cNvPr id="12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Bénin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62102" cy="566928"/>
          </a:xfrm>
          <a:prstGeom prst="rect">
            <a:avLst/>
          </a:prstGeom>
          <a:solidFill>
            <a:srgbClr val="008751"/>
          </a:solidFill>
          <a:ln w="12700">
            <a:solidFill>
              <a:srgbClr val="0087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43462" y="274320"/>
            <a:ext cx="543154" cy="283464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43462" y="557784"/>
            <a:ext cx="543154" cy="283464"/>
          </a:xfrm>
          <a:prstGeom prst="rect">
            <a:avLst/>
          </a:prstGeom>
          <a:solidFill>
            <a:srgbClr val="E8112D"/>
          </a:solidFill>
          <a:ln w="12700">
            <a:solidFill>
              <a:srgbClr val="E811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 COTONOU : L’ENLÈVEMENT DES MARCHANDISES DÉSORMAIS POSSIBLE LES WEEK-ENDS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24heureinfo.com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17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Guinée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CD116"/>
          </a:solidFill>
          <a:ln w="12700">
            <a:solidFill>
              <a:srgbClr val="FCD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460"/>
          </a:solidFill>
          <a:ln w="12700">
            <a:solidFill>
              <a:srgbClr val="0094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KINDIA : UNE DISPUTE AUTOUR D’UN SUPPOSÉ RIVAL VIRE AU MEURTRE, LE SUSPECT RACONTE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Guinee7.com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TÉLIMÉLÉ : LE PRÉFET MOBILISE LES CADRES AUTOUR DE LA SÉCURITÉ ET DE LA GESTION DES BIENS PUBLICS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Guineematin.com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6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L’AGRASC ANNONCE DES VENTES AUX ENCHÈRES PUBLIQUES DE VÉHICULES, DES MOTOS ET DE TÉLÉPHONES LE 11 NOVEMBRE 2026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Guineelive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17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CRIEF : MAMADOU SALIOU DIAKITÉ SUCCÈDE À FRANCIS KOVA ZOUMANIGUI AU POSTE DE PRÉSIDENT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Guineelive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0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VIII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Liberia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0" y="387706"/>
            <a:ext cx="905256" cy="1133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01091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614477"/>
            <a:ext cx="905256" cy="1133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81360" y="727862"/>
            <a:ext cx="905256" cy="113386"/>
          </a:xfrm>
          <a:prstGeom prst="rect">
            <a:avLst/>
          </a:prstGeom>
          <a:solidFill>
            <a:srgbClr val="BF0A30"/>
          </a:solidFill>
          <a:ln w="12700">
            <a:solidFill>
              <a:srgbClr val="BF0A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LIBERIA: WAR VICTIMS, SURVIVORS PROTEST AT COURT OFFICE, CAPITOL AS HOUSE CHAIRMAN PLEDGES TO PUT COURT BILL BEFORE PLENARY TUESDAY.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FrontPageAfrica — Liberia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AFL FIRES TWO SOLDIERS OVER ASSAULT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News Network Liberia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17 h UTC</a:t>
            </a:r>
            <a:endParaRPr lang="en-US" sz="1300" dirty="0"/>
          </a:p>
        </p:txBody>
      </p:sp>
      <p:pic>
        <p:nvPicPr>
          <p:cNvPr id="12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Sénégal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00853F"/>
          </a:solidFill>
          <a:ln w="12700">
            <a:solidFill>
              <a:srgbClr val="0085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DEF42"/>
          </a:solidFill>
          <a:ln w="12700">
            <a:solidFill>
              <a:srgbClr val="FDEF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E31B23"/>
          </a:solidFill>
          <a:ln w="12700">
            <a:solidFill>
              <a:srgbClr val="E31B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MAMADOU GUÈYE ANCIEN DIRECTEUR DES DOMAINES RESTE LIBRE : COUP D'ARRÊT DE LA COUR SUPRÊME AU RECOURS CONTRE SA LIBERTÉ PROVISOIRE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Dakar Actu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19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SÉNÉGAL: 14 MORTS ET 368 CAS DE DIPHTÉRIE DANS 13 RÉGIONS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Wakat Sera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15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GARDE À VUE : L’AVOCAT DE DIODIO GLOW SKIN ALERTE SUR SON ÉTAT DE SANTÉ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Seneweb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0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AUX UTILISATEURS : VOICI LA NOUVELLE VAGUE DE TENTATIVES D’ARNAQUES SUR LA MESSAGERIE WHATSAPP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21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MBOUR : «J’AI L’HABITUDE DE COUCHER AVEC LES FEMMES DE MES FRÈRES»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Seneweb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23 octobre 2026, 5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6B5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Sénégal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00853F"/>
          </a:solidFill>
          <a:ln w="12700">
            <a:solidFill>
              <a:srgbClr val="0085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DEF42"/>
          </a:solidFill>
          <a:ln w="12700">
            <a:solidFill>
              <a:srgbClr val="FDEF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E31B23"/>
          </a:solidFill>
          <a:ln w="12700">
            <a:solidFill>
              <a:srgbClr val="E31B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274320"/>
            <a:ext cx="905256" cy="566928"/>
          </a:xfrm>
          <a:prstGeom prst="rect">
            <a:avLst/>
          </a:prstGeom>
          <a:ln w="6350">
            <a:solidFill>
              <a:srgbClr val="1F293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887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CROUS SINE SALOUM - LES SYNDICALISTES DÉNONCENT LE RECOURS À LA RÉQUISITION !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AllAfrica (SN)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22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DÉBAT TÉLÉVISÉ SUR LA LFR : LA RÉPONSE DU PREMIER MINISTRE AL AMINOU LO À OUSMANE SONKO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SeneNews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21 h UTC</a:t>
            </a:r>
            <a:endParaRPr lang="en-US" sz="1300" dirty="0"/>
          </a:p>
          <a:p>
            <a:pPr marL="342900" indent="-342900">
              <a:spcBef>
                <a:spcPts val="800"/>
              </a:spcBef>
              <a:spcAft>
                <a:spcPts val="200"/>
              </a:spcAft>
              <a:buSzPct val="100000"/>
              <a:buChar char="❑"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SENEGALESE WORKERS MARCH AGAINST RISING LIVING COSTS AHEAD OF GENERAL STRIKE</a:t>
            </a:r>
            <a:endParaRPr lang="en-US" sz="1300" dirty="0"/>
          </a:p>
          <a:p>
            <a:pPr lvl="1" marL="685800" indent="-342900">
              <a:spcAft>
                <a:spcPts val="200"/>
              </a:spcAft>
              <a:buSzPct val="100000"/>
              <a:buChar char="▪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</a:t>
            </a:r>
            <a:pPr indent="0" marL="0">
              <a:spcAft>
                <a:spcPts val="200"/>
              </a:spcAft>
              <a:buNone/>
            </a:pPr>
            <a:r>
              <a:rPr lang="en-US" sz="1300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Gambia News - The Point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22 octobre 2026, 10 h UTC</a:t>
            </a:r>
            <a:endParaRPr lang="en-US" sz="13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DCD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111111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MERCI</a:t>
            </a:r>
            <a:endParaRPr lang="en-US" sz="6000" dirty="0"/>
          </a:p>
        </p:txBody>
      </p:sp>
      <p:pic>
        <p:nvPicPr>
          <p:cNvPr id="3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23/10/26   | 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Rencontre mensuelle G.R.S.CI — 23 octobre 2026</dc:title>
  <dc:subject>PptxGenJS Presentation</dc:subject>
  <dc:creator>SentiqS</dc:creator>
  <cp:lastModifiedBy>SentiqS</cp:lastModifiedBy>
  <cp:revision>1</cp:revision>
  <dcterms:created xsi:type="dcterms:W3CDTF">2026-10-23T07:26:32Z</dcterms:created>
  <dcterms:modified xsi:type="dcterms:W3CDTF">2026-10-23T07:26:32Z</dcterms:modified>
</cp:coreProperties>
</file>